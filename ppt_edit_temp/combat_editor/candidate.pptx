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cf5f32013d4842" /><Relationship Type="http://schemas.openxmlformats.org/officeDocument/2006/relationships/extended-properties" Target="/docProps/app.xml" Id="R40d6204b78534688" /><Relationship Type="http://schemas.openxmlformats.org/officeDocument/2006/relationships/officeDocument" Target="/ppt/presentation.xml" Id="Rb38808c82d69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61127cd6b49fd"/>
    <p:sldMasterId xmlns:r="http://schemas.openxmlformats.org/officeDocument/2006/relationships" id="2147483660" r:id="R8b41e0578fbb4fd8"/>
    <p:sldMasterId xmlns:r="http://schemas.openxmlformats.org/officeDocument/2006/relationships" id="2147483672" r:id="R5cf41d6d632641d5"/>
  </p:sldMasterIdLst>
  <p:notesMasterIdLst>
    <p:notesMasterId xmlns:r="http://schemas.openxmlformats.org/officeDocument/2006/relationships" r:id="Ra21a7a22f1c64166"/>
  </p:notesMasterIdLst>
  <p:sldIdLst>
    <p:sldId xmlns:r="http://schemas.openxmlformats.org/officeDocument/2006/relationships" id="256" r:id="R54aa0e748e134929"/>
    <p:sldId xmlns:r="http://schemas.openxmlformats.org/officeDocument/2006/relationships" id="257" r:id="R6fa3126b5e1b4b7b"/>
    <p:sldId xmlns:r="http://schemas.openxmlformats.org/officeDocument/2006/relationships" id="258" r:id="R7cc92fb513574946"/>
    <p:sldId xmlns:r="http://schemas.openxmlformats.org/officeDocument/2006/relationships" id="259" r:id="R50fa11d1df534fbb"/>
    <p:sldId xmlns:r="http://schemas.openxmlformats.org/officeDocument/2006/relationships" id="260" r:id="R5dd7136d800c4d19"/>
    <p:sldId xmlns:r="http://schemas.openxmlformats.org/officeDocument/2006/relationships" id="261" r:id="R6b9a925a2cee492f"/>
    <p:sldId xmlns:r="http://schemas.openxmlformats.org/officeDocument/2006/relationships" id="262" r:id="R61a15d7d43d145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5055bccbe458c" /><Relationship Type="http://schemas.openxmlformats.org/officeDocument/2006/relationships/slideMaster" Target="/ppt/slideMasters/slideMaster1.xml" Id="R29c61127cd6b49fd" /><Relationship Type="http://schemas.openxmlformats.org/officeDocument/2006/relationships/slideMaster" Target="/ppt/slideMasters/slideMaster2.xml" Id="R8b41e0578fbb4fd8" /><Relationship Type="http://schemas.openxmlformats.org/officeDocument/2006/relationships/slideMaster" Target="/ppt/slideMasters/slideMaster3.xml" Id="R5cf41d6d632641d5" /><Relationship Type="http://schemas.openxmlformats.org/officeDocument/2006/relationships/notesMaster" Target="/ppt/notesMasters/notesMaster1.xml" Id="Ra21a7a22f1c64166" /><Relationship Type="http://schemas.openxmlformats.org/officeDocument/2006/relationships/presProps" Target="/ppt/presProps.xml" Id="Rf579ecf39a544d12" /><Relationship Type="http://schemas.openxmlformats.org/officeDocument/2006/relationships/viewProps" Target="/ppt/viewProps.xml" Id="R7ae0a894160b4c0f" /><Relationship Type="http://schemas.openxmlformats.org/officeDocument/2006/relationships/tableStyles" Target="/ppt/tableStyles.xml" Id="R787a8295ede6473f" /><Relationship Type="http://schemas.openxmlformats.org/officeDocument/2006/relationships/slide" Target="/ppt/slides/slide1.xml" Id="R54aa0e748e134929" /><Relationship Type="http://schemas.openxmlformats.org/officeDocument/2006/relationships/slide" Target="/ppt/slides/slide2.xml" Id="R6fa3126b5e1b4b7b" /><Relationship Type="http://schemas.openxmlformats.org/officeDocument/2006/relationships/slide" Target="/ppt/slides/slide3.xml" Id="R7cc92fb513574946" /><Relationship Type="http://schemas.openxmlformats.org/officeDocument/2006/relationships/slide" Target="/ppt/slides/slide4.xml" Id="R50fa11d1df534fbb" /><Relationship Type="http://schemas.openxmlformats.org/officeDocument/2006/relationships/slide" Target="/ppt/slides/slide5.xml" Id="R5dd7136d800c4d19" /><Relationship Type="http://schemas.openxmlformats.org/officeDocument/2006/relationships/slide" Target="/ppt/slides/slide6.xml" Id="R6b9a925a2cee492f" /><Relationship Type="http://schemas.openxmlformats.org/officeDocument/2006/relationships/slide" Target="/ppt/slides/slide7.xml" Id="R61a15d7d43d1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9cbf7206168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4d5fdbc39447e" /><Relationship Type="http://schemas.openxmlformats.org/officeDocument/2006/relationships/notesMaster" Target="/ppt/notesMasters/notesMaster1.xml" Id="Rc550981d70d04b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7affebab7f40a9" /><Relationship Type="http://schemas.openxmlformats.org/officeDocument/2006/relationships/notesMaster" Target="/ppt/notesMasters/notesMaster1.xml" Id="Rba4ff55e910b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5b392b58440a3" /><Relationship Type="http://schemas.openxmlformats.org/officeDocument/2006/relationships/notesMaster" Target="/ppt/notesMasters/notesMaster1.xml" Id="Rd943cafba27e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b3af52ad74c63" /><Relationship Type="http://schemas.openxmlformats.org/officeDocument/2006/relationships/notesMaster" Target="/ppt/notesMasters/notesMaster1.xml" Id="R2ee1d08ed990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68172d942d420d" /><Relationship Type="http://schemas.openxmlformats.org/officeDocument/2006/relationships/notesMaster" Target="/ppt/notesMasters/notesMaster1.xml" Id="R321073478a8c47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f79c01accc4b30" /><Relationship Type="http://schemas.openxmlformats.org/officeDocument/2006/relationships/notesMaster" Target="/ppt/notesMasters/notesMaster1.xml" Id="R69da27d528084e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703460a8084b56" /><Relationship Type="http://schemas.openxmlformats.org/officeDocument/2006/relationships/notesMaster" Target="/ppt/notesMasters/notesMaster1.xml" Id="R08bce1902b04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用户提供：codex-clipboard-3af23637-e6c0-47fe-ab61-bc9a3b1338bc.png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讲解要点：</a:t>
            </a:r>
            <a:endParaRPr/>
          </a:p>
          <a:p xmlns:a="http://schemas.openxmlformats.org/drawingml/2006/main">
            <a:r>
              <a:t>1. 连招图：招式作为节点，点按、长按、松开与状态条件作为连线。</a:t>
            </a:r>
            <a:endParaRPr/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  <a:endParaRPr/>
          </a:p>
          <a:p xmlns:a="http://schemas.openxmlformats.org/drawingml/2006/main">
            <a:r>
              <a:t>3. 运行时预览：TestGym 模拟输入、同步编辑数据，并高亮当前节点与连线。</a:t>
            </a:r>
            <a:endParaRPr/>
          </a:p>
          <a:p xmlns:a="http://schemas.openxmlformats.org/drawingml/2006/main">
            <a:r>
              <a:t>4. 核心价值：策划可以直接调配置并验证战斗手感，减少反复修改代码。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988d5234547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585c398734d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360b9356545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2e2d7781144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e224df4234b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cc685315b45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cd2704ea841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2437bb06746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edc8dcd584d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d9401b5d041f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1ff125180471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1dd9823a7148c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5013daa33d4ca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d5c332fcd54d1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2ac95226fa483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db0a4e7b2c45d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201502eb13442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157636090d430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3a05de5d643f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c5194b33de480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413c051ef74b7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caae1a7004493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303a81bc62407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df6a3aa179430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82c27f2fa094cd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3c0d44e1ab4ce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3d388a45fe0471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f4791b6368d46e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1c8702c015487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c9aa628dfaf48b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69ab25b66ea44b0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00ed84cd1c54ad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c89b9fdb4d4df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b2e4737fa411d" /><Relationship Type="http://schemas.openxmlformats.org/officeDocument/2006/relationships/slideLayout" Target="/ppt/slideLayouts/slideLayout1.xml" Id="R34ea5f9760314983" /><Relationship Type="http://schemas.openxmlformats.org/officeDocument/2006/relationships/slideLayout" Target="/ppt/slideLayouts/slideLayout2.xml" Id="R592c6aaa3e864374" /><Relationship Type="http://schemas.openxmlformats.org/officeDocument/2006/relationships/slideLayout" Target="/ppt/slideLayouts/slideLayout3.xml" Id="R786c58f1c3f54786" /><Relationship Type="http://schemas.openxmlformats.org/officeDocument/2006/relationships/slideLayout" Target="/ppt/slideLayouts/slideLayout4.xml" Id="R0fa638a5ad6248f6" /><Relationship Type="http://schemas.openxmlformats.org/officeDocument/2006/relationships/slideLayout" Target="/ppt/slideLayouts/slideLayout5.xml" Id="R058203aac7654e88" /><Relationship Type="http://schemas.openxmlformats.org/officeDocument/2006/relationships/slideLayout" Target="/ppt/slideLayouts/slideLayout6.xml" Id="Rc015eb02f72541d2" /><Relationship Type="http://schemas.openxmlformats.org/officeDocument/2006/relationships/slideLayout" Target="/ppt/slideLayouts/slideLayout7.xml" Id="Rfa18f2e553ff47da" /><Relationship Type="http://schemas.openxmlformats.org/officeDocument/2006/relationships/slideLayout" Target="/ppt/slideLayouts/slideLayout8.xml" Id="Ra5b2a73fbd814fdb" /><Relationship Type="http://schemas.openxmlformats.org/officeDocument/2006/relationships/slideLayout" Target="/ppt/slideLayouts/slideLayout9.xml" Id="R5fba0f8105144020" /><Relationship Type="http://schemas.openxmlformats.org/officeDocument/2006/relationships/slideLayout" Target="/ppt/slideLayouts/slideLayout10.xml" Id="R35b5a4b2d1454cb1" /><Relationship Type="http://schemas.openxmlformats.org/officeDocument/2006/relationships/slideLayout" Target="/ppt/slideLayouts/slideLayout11.xml" Id="Rf188f60fa7864ee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b0149d4a47044f7" /><Relationship Type="http://schemas.openxmlformats.org/officeDocument/2006/relationships/slideLayout" Target="/ppt/slideLayouts/slideLayout12.xml" Id="R2042625fdbe54385" /><Relationship Type="http://schemas.openxmlformats.org/officeDocument/2006/relationships/slideLayout" Target="/ppt/slideLayouts/slideLayout13.xml" Id="R1852dda0811d438e" /><Relationship Type="http://schemas.openxmlformats.org/officeDocument/2006/relationships/slideLayout" Target="/ppt/slideLayouts/slideLayout14.xml" Id="R9c8fce8b7039426d" /><Relationship Type="http://schemas.openxmlformats.org/officeDocument/2006/relationships/slideLayout" Target="/ppt/slideLayouts/slideLayout15.xml" Id="Re2187b0aedc14196" /><Relationship Type="http://schemas.openxmlformats.org/officeDocument/2006/relationships/slideLayout" Target="/ppt/slideLayouts/slideLayout16.xml" Id="R7b3b35b5fd764fd2" /><Relationship Type="http://schemas.openxmlformats.org/officeDocument/2006/relationships/slideLayout" Target="/ppt/slideLayouts/slideLayout17.xml" Id="Rcce1a80ca14a4f26" /><Relationship Type="http://schemas.openxmlformats.org/officeDocument/2006/relationships/slideLayout" Target="/ppt/slideLayouts/slideLayout18.xml" Id="R273a9350835f462c" /><Relationship Type="http://schemas.openxmlformats.org/officeDocument/2006/relationships/slideLayout" Target="/ppt/slideLayouts/slideLayout19.xml" Id="Rac16ccb9068d4755" /><Relationship Type="http://schemas.openxmlformats.org/officeDocument/2006/relationships/slideLayout" Target="/ppt/slideLayouts/slideLayout20.xml" Id="Rc9c89329ea5b4296" /><Relationship Type="http://schemas.openxmlformats.org/officeDocument/2006/relationships/slideLayout" Target="/ppt/slideLayouts/slideLayout21.xml" Id="Rb57ad33042a242e3" /><Relationship Type="http://schemas.openxmlformats.org/officeDocument/2006/relationships/slideLayout" Target="/ppt/slideLayouts/slideLayout22.xml" Id="R2a5c616a5c41475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219e427418f44bf" /><Relationship Type="http://schemas.openxmlformats.org/officeDocument/2006/relationships/slideLayout" Target="/ppt/slideLayouts/slideLayout23.xml" Id="Rcdc1192d349c42e0" /><Relationship Type="http://schemas.openxmlformats.org/officeDocument/2006/relationships/slideLayout" Target="/ppt/slideLayouts/slideLayout24.xml" Id="Rda846bd54574485c" /><Relationship Type="http://schemas.openxmlformats.org/officeDocument/2006/relationships/slideLayout" Target="/ppt/slideLayouts/slideLayout25.xml" Id="R2f3a7c0600014fd3" /><Relationship Type="http://schemas.openxmlformats.org/officeDocument/2006/relationships/slideLayout" Target="/ppt/slideLayouts/slideLayout26.xml" Id="R52ec115461d04e3a" /><Relationship Type="http://schemas.openxmlformats.org/officeDocument/2006/relationships/slideLayout" Target="/ppt/slideLayouts/slideLayout27.xml" Id="Raf3584ea8465408b" /><Relationship Type="http://schemas.openxmlformats.org/officeDocument/2006/relationships/slideLayout" Target="/ppt/slideLayouts/slideLayout28.xml" Id="Rd2481fa2190b4228" /><Relationship Type="http://schemas.openxmlformats.org/officeDocument/2006/relationships/slideLayout" Target="/ppt/slideLayouts/slideLayout29.xml" Id="Rdd98efdf32f04298" /><Relationship Type="http://schemas.openxmlformats.org/officeDocument/2006/relationships/slideLayout" Target="/ppt/slideLayouts/slideLayout30.xml" Id="Re6d07fc2ab514722" /><Relationship Type="http://schemas.openxmlformats.org/officeDocument/2006/relationships/slideLayout" Target="/ppt/slideLayouts/slideLayout31.xml" Id="R5c58c519088a4458" /><Relationship Type="http://schemas.openxmlformats.org/officeDocument/2006/relationships/slideLayout" Target="/ppt/slideLayouts/slideLayout32.xml" Id="Ra85cbd8c7d2c4210" /><Relationship Type="http://schemas.openxmlformats.org/officeDocument/2006/relationships/slideLayout" Target="/ppt/slideLayouts/slideLayout33.xml" Id="R189a6d2f77304d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ea5f9760314983"/>
    <p:sldLayoutId xmlns:r="http://schemas.openxmlformats.org/officeDocument/2006/relationships" id="2147483650" r:id="R592c6aaa3e864374"/>
    <p:sldLayoutId xmlns:r="http://schemas.openxmlformats.org/officeDocument/2006/relationships" id="2147483651" r:id="R786c58f1c3f54786"/>
    <p:sldLayoutId xmlns:r="http://schemas.openxmlformats.org/officeDocument/2006/relationships" id="2147483652" r:id="R0fa638a5ad6248f6"/>
    <p:sldLayoutId xmlns:r="http://schemas.openxmlformats.org/officeDocument/2006/relationships" id="2147483653" r:id="R058203aac7654e88"/>
    <p:sldLayoutId xmlns:r="http://schemas.openxmlformats.org/officeDocument/2006/relationships" id="2147483654" r:id="Rc015eb02f72541d2"/>
    <p:sldLayoutId xmlns:r="http://schemas.openxmlformats.org/officeDocument/2006/relationships" id="2147483655" r:id="Rfa18f2e553ff47da"/>
    <p:sldLayoutId xmlns:r="http://schemas.openxmlformats.org/officeDocument/2006/relationships" id="2147483656" r:id="Ra5b2a73fbd814fdb"/>
    <p:sldLayoutId xmlns:r="http://schemas.openxmlformats.org/officeDocument/2006/relationships" id="2147483657" r:id="R5fba0f8105144020"/>
    <p:sldLayoutId xmlns:r="http://schemas.openxmlformats.org/officeDocument/2006/relationships" id="2147483658" r:id="R35b5a4b2d1454cb1"/>
    <p:sldLayoutId xmlns:r="http://schemas.openxmlformats.org/officeDocument/2006/relationships" id="2147483659" r:id="Rf188f60fa7864ee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042625fdbe54385"/>
    <p:sldLayoutId xmlns:r="http://schemas.openxmlformats.org/officeDocument/2006/relationships" id="2147483662" r:id="R1852dda0811d438e"/>
    <p:sldLayoutId xmlns:r="http://schemas.openxmlformats.org/officeDocument/2006/relationships" id="2147483663" r:id="R9c8fce8b7039426d"/>
    <p:sldLayoutId xmlns:r="http://schemas.openxmlformats.org/officeDocument/2006/relationships" id="2147483664" r:id="Re2187b0aedc14196"/>
    <p:sldLayoutId xmlns:r="http://schemas.openxmlformats.org/officeDocument/2006/relationships" id="2147483665" r:id="R7b3b35b5fd764fd2"/>
    <p:sldLayoutId xmlns:r="http://schemas.openxmlformats.org/officeDocument/2006/relationships" id="2147483666" r:id="Rcce1a80ca14a4f26"/>
    <p:sldLayoutId xmlns:r="http://schemas.openxmlformats.org/officeDocument/2006/relationships" id="2147483667" r:id="R273a9350835f462c"/>
    <p:sldLayoutId xmlns:r="http://schemas.openxmlformats.org/officeDocument/2006/relationships" id="2147483668" r:id="Rac16ccb9068d4755"/>
    <p:sldLayoutId xmlns:r="http://schemas.openxmlformats.org/officeDocument/2006/relationships" id="2147483669" r:id="Rc9c89329ea5b4296"/>
    <p:sldLayoutId xmlns:r="http://schemas.openxmlformats.org/officeDocument/2006/relationships" id="2147483670" r:id="Rb57ad33042a242e3"/>
    <p:sldLayoutId xmlns:r="http://schemas.openxmlformats.org/officeDocument/2006/relationships" id="2147483671" r:id="R2a5c616a5c41475e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cdc1192d349c42e0"/>
    <p:sldLayoutId xmlns:r="http://schemas.openxmlformats.org/officeDocument/2006/relationships" id="2147483674" r:id="Rda846bd54574485c"/>
    <p:sldLayoutId xmlns:r="http://schemas.openxmlformats.org/officeDocument/2006/relationships" id="2147483675" r:id="R2f3a7c0600014fd3"/>
    <p:sldLayoutId xmlns:r="http://schemas.openxmlformats.org/officeDocument/2006/relationships" id="2147483676" r:id="R52ec115461d04e3a"/>
    <p:sldLayoutId xmlns:r="http://schemas.openxmlformats.org/officeDocument/2006/relationships" id="2147483677" r:id="Raf3584ea8465408b"/>
    <p:sldLayoutId xmlns:r="http://schemas.openxmlformats.org/officeDocument/2006/relationships" id="2147483678" r:id="Rd2481fa2190b4228"/>
    <p:sldLayoutId xmlns:r="http://schemas.openxmlformats.org/officeDocument/2006/relationships" id="2147483679" r:id="Rdd98efdf32f04298"/>
    <p:sldLayoutId xmlns:r="http://schemas.openxmlformats.org/officeDocument/2006/relationships" id="2147483680" r:id="Re6d07fc2ab514722"/>
    <p:sldLayoutId xmlns:r="http://schemas.openxmlformats.org/officeDocument/2006/relationships" id="2147483681" r:id="R5c58c519088a4458"/>
    <p:sldLayoutId xmlns:r="http://schemas.openxmlformats.org/officeDocument/2006/relationships" id="2147483682" r:id="Ra85cbd8c7d2c4210"/>
    <p:sldLayoutId xmlns:r="http://schemas.openxmlformats.org/officeDocument/2006/relationships" id="2147483683" r:id="R189a6d2f77304d6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d7f7385fa4f3a" /><Relationship Type="http://schemas.openxmlformats.org/officeDocument/2006/relationships/image" Target="/ppt/media/image.jpeg" Id="R054f88dc9084450d" /><Relationship Type="http://schemas.openxmlformats.org/officeDocument/2006/relationships/notesSlide" Target="/ppt/notesSlides/notesSlide1.xml" Id="R6a4684ee4503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42ffec4924bdd" /><Relationship Type="http://schemas.openxmlformats.org/officeDocument/2006/relationships/image" Target="/ppt/media/image2.jpeg" Id="R3c1713a4d1fb416d" /><Relationship Type="http://schemas.openxmlformats.org/officeDocument/2006/relationships/notesSlide" Target="/ppt/notesSlides/notesSlide2.xml" Id="Rbd321732e2af4b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b0b7eda4db44aa1" /><Relationship Type="http://schemas.openxmlformats.org/officeDocument/2006/relationships/image" Target="/ppt/media/image2.jpeg" Id="R86103d014ecb499a" /><Relationship Type="http://schemas.openxmlformats.org/officeDocument/2006/relationships/notesSlide" Target="/ppt/notesSlides/notesSlide3.xml" Id="Rae4abcc181ef48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dc4413e508a4b69" /><Relationship Type="http://schemas.openxmlformats.org/officeDocument/2006/relationships/image" Target="/ppt/media/image2.jpeg" Id="R21a54df174004383" /><Relationship Type="http://schemas.openxmlformats.org/officeDocument/2006/relationships/notesSlide" Target="/ppt/notesSlides/notesSlide4.xml" Id="R3257d102fce640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607d4045a834704" /><Relationship Type="http://schemas.openxmlformats.org/officeDocument/2006/relationships/image" Target="/ppt/media/image.png" Id="R3492c019de924289" /><Relationship Type="http://schemas.openxmlformats.org/officeDocument/2006/relationships/notesSlide" Target="/ppt/notesSlides/notesSlide5.xml" Id="R4d7b31fc3d0546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c37f117344a40c3" /><Relationship Type="http://schemas.openxmlformats.org/officeDocument/2006/relationships/image" Target="/ppt/media/image2.jpeg" Id="R58a1b63845af4c3c" /><Relationship Type="http://schemas.openxmlformats.org/officeDocument/2006/relationships/notesSlide" Target="/ppt/notesSlides/notesSlide6.xml" Id="R25f8248978ac40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27994e0ad4bd0" /><Relationship Type="http://schemas.openxmlformats.org/officeDocument/2006/relationships/image" Target="/ppt/media/image2.jpeg" Id="R7fed7cede03a4dba" /><Relationship Type="http://schemas.openxmlformats.org/officeDocument/2006/relationships/image" Target="/ppt/media/image2.png" Id="Rf6ee46c9bc584174" /><Relationship Type="http://schemas.openxmlformats.org/officeDocument/2006/relationships/notesSlide" Target="/ppt/notesSlides/notesSlide7.xml" Id="R64dc82e830ce4a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f88dc9084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713a4d1fb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03d014ecb49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4df17400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2c019de924289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019800"/>
            <a:ext cx="10763250" cy="47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节点编排连招｜逐帧配置判定与反馈｜TestGym 运行时预览</a:t>
            </a: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1b63845af4c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d7cede03a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e46c9bc58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2026-08-14T03:20:38.7350000Z</dcterms:created>
  <dcterms:modified xsi:type="dcterms:W3CDTF">2026-08-14T03:20:38.7350000Z</dcterms:modified>
</coreProperties>
</file>