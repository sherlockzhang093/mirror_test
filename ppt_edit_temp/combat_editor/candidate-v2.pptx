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6e462b3734bf6" /><Relationship Type="http://schemas.openxmlformats.org/officeDocument/2006/relationships/extended-properties" Target="/docProps/app.xml" Id="R0a111f3116cd495b" /><Relationship Type="http://schemas.openxmlformats.org/officeDocument/2006/relationships/officeDocument" Target="/ppt/presentation.xml" Id="R215fb23df953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bb17b062194d2a"/>
    <p:sldMasterId xmlns:r="http://schemas.openxmlformats.org/officeDocument/2006/relationships" id="2147483660" r:id="Rd567963e0e0f4661"/>
    <p:sldMasterId xmlns:r="http://schemas.openxmlformats.org/officeDocument/2006/relationships" id="2147483672" r:id="R5c91dbf5688545a4"/>
  </p:sldMasterIdLst>
  <p:notesMasterIdLst>
    <p:notesMasterId xmlns:r="http://schemas.openxmlformats.org/officeDocument/2006/relationships" r:id="Rbbdea64f20f34263"/>
  </p:notesMasterIdLst>
  <p:sldIdLst>
    <p:sldId xmlns:r="http://schemas.openxmlformats.org/officeDocument/2006/relationships" id="256" r:id="R0d21017a35c44b7d"/>
    <p:sldId xmlns:r="http://schemas.openxmlformats.org/officeDocument/2006/relationships" id="257" r:id="R246d863fda1c4962"/>
    <p:sldId xmlns:r="http://schemas.openxmlformats.org/officeDocument/2006/relationships" id="258" r:id="R1b71b57d29444fb5"/>
    <p:sldId xmlns:r="http://schemas.openxmlformats.org/officeDocument/2006/relationships" id="259" r:id="R9b890b78a09844f2"/>
    <p:sldId xmlns:r="http://schemas.openxmlformats.org/officeDocument/2006/relationships" id="260" r:id="Rfcec4d51d07d4318"/>
    <p:sldId xmlns:r="http://schemas.openxmlformats.org/officeDocument/2006/relationships" id="261" r:id="Ra772b20baa274014"/>
    <p:sldId xmlns:r="http://schemas.openxmlformats.org/officeDocument/2006/relationships" id="262" r:id="R566f20af3a9f45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0f51a303df4b23" /><Relationship Type="http://schemas.openxmlformats.org/officeDocument/2006/relationships/slideMaster" Target="/ppt/slideMasters/slideMaster1.xml" Id="R51bb17b062194d2a" /><Relationship Type="http://schemas.openxmlformats.org/officeDocument/2006/relationships/slideMaster" Target="/ppt/slideMasters/slideMaster2.xml" Id="Rd567963e0e0f4661" /><Relationship Type="http://schemas.openxmlformats.org/officeDocument/2006/relationships/slideMaster" Target="/ppt/slideMasters/slideMaster3.xml" Id="R5c91dbf5688545a4" /><Relationship Type="http://schemas.openxmlformats.org/officeDocument/2006/relationships/notesMaster" Target="/ppt/notesMasters/notesMaster1.xml" Id="Rbbdea64f20f34263" /><Relationship Type="http://schemas.openxmlformats.org/officeDocument/2006/relationships/presProps" Target="/ppt/presProps.xml" Id="R3c82182d740345ad" /><Relationship Type="http://schemas.openxmlformats.org/officeDocument/2006/relationships/viewProps" Target="/ppt/viewProps.xml" Id="R438557e09cdf4902" /><Relationship Type="http://schemas.openxmlformats.org/officeDocument/2006/relationships/tableStyles" Target="/ppt/tableStyles.xml" Id="Rffb11f424590438a" /><Relationship Type="http://schemas.openxmlformats.org/officeDocument/2006/relationships/slide" Target="/ppt/slides/slide1.xml" Id="R0d21017a35c44b7d" /><Relationship Type="http://schemas.openxmlformats.org/officeDocument/2006/relationships/slide" Target="/ppt/slides/slide2.xml" Id="R246d863fda1c4962" /><Relationship Type="http://schemas.openxmlformats.org/officeDocument/2006/relationships/slide" Target="/ppt/slides/slide3.xml" Id="R1b71b57d29444fb5" /><Relationship Type="http://schemas.openxmlformats.org/officeDocument/2006/relationships/slide" Target="/ppt/slides/slide4.xml" Id="R9b890b78a09844f2" /><Relationship Type="http://schemas.openxmlformats.org/officeDocument/2006/relationships/slide" Target="/ppt/slides/slide5.xml" Id="Rfcec4d51d07d4318" /><Relationship Type="http://schemas.openxmlformats.org/officeDocument/2006/relationships/slide" Target="/ppt/slides/slide6.xml" Id="Ra772b20baa274014" /><Relationship Type="http://schemas.openxmlformats.org/officeDocument/2006/relationships/slide" Target="/ppt/slides/slide7.xml" Id="R566f20af3a9f45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449b0fb684741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6f65ce520463b" /><Relationship Type="http://schemas.openxmlformats.org/officeDocument/2006/relationships/notesMaster" Target="/ppt/notesMasters/notesMaster1.xml" Id="Ra25212179283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fc90fc34524a9d" /><Relationship Type="http://schemas.openxmlformats.org/officeDocument/2006/relationships/notesMaster" Target="/ppt/notesMasters/notesMaster1.xml" Id="Rab09912a3f1e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05b41561d7436b" /><Relationship Type="http://schemas.openxmlformats.org/officeDocument/2006/relationships/notesMaster" Target="/ppt/notesMasters/notesMaster1.xml" Id="Ra5ef148e931b4e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e396aa95d54d59" /><Relationship Type="http://schemas.openxmlformats.org/officeDocument/2006/relationships/notesMaster" Target="/ppt/notesMasters/notesMaster1.xml" Id="R39dbc17b6d8648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fd3ff0d41f4a86" /><Relationship Type="http://schemas.openxmlformats.org/officeDocument/2006/relationships/notesMaster" Target="/ppt/notesMasters/notesMaster1.xml" Id="R0d8db78c57ed40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c586639d0340cf" /><Relationship Type="http://schemas.openxmlformats.org/officeDocument/2006/relationships/notesMaster" Target="/ppt/notesMasters/notesMaster1.xml" Id="Ra51da682ca034e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f337dde7b94ca7" /><Relationship Type="http://schemas.openxmlformats.org/officeDocument/2006/relationships/notesMaster" Target="/ppt/notesMasters/notesMaster1.xml" Id="R0565b9ce148d48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用户提供：codex-clipboard-3af23637-e6c0-47fe-ab61-bc9a3b1338bc.png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讲解要点：</a:t>
            </a:r>
            <a:endParaRPr/>
          </a:p>
          <a:p xmlns:a="http://schemas.openxmlformats.org/drawingml/2006/main">
            <a:r>
              <a:t>1. 连招图：招式作为节点，点按、长按、松开与状态条件作为连线。</a:t>
            </a:r>
            <a:endParaRPr/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  <a:endParaRPr/>
          </a:p>
          <a:p xmlns:a="http://schemas.openxmlformats.org/drawingml/2006/main">
            <a:r>
              <a:t>3. 运行时预览：TestGym 模拟输入、同步编辑数据，并高亮当前节点与连线。</a:t>
            </a:r>
            <a:endParaRPr/>
          </a:p>
          <a:p xmlns:a="http://schemas.openxmlformats.org/drawingml/2006/main">
            <a:r>
              <a:t>4. 核心价值：策划可以直接调配置并验证战斗手感，减少反复修改代码。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Docs/Design/镜前准备工具卡机制_PRD.md</a:t>
            </a:r>
            <a:endParaRPr/>
          </a:p>
          <a:p xmlns:a="http://schemas.openxmlformats.org/drawingml/2006/main">
            <a:r>
              <a:t>- Docs/README.md</a:t>
            </a:r>
            <a:endParaRPr/>
          </a:p>
          <a:p xmlns:a="http://schemas.openxmlformats.org/drawingml/2006/main">
            <a:r>
              <a:t>- Docs/Project/MirrorTrial_AI_Outline.md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- C:/Users/zharkzhang/.codex/skills/build-skeleton-consistent-pixel-animation/SKILL.md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1201aac6f43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6aedea5b046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f20c9579048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d82eaf12b42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689859a9647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660c9b64440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dbd63bc1c4f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1345aa96e42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bbacb94fb41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80926544f41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a3228a48040d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3711ce44e344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c34111ddb04c0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086c080129450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91f7a613a34af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2eba3c16e0498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233883a82a499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b2aad77f55481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ae7afd8f234de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c8986ffe4841f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24c8934d7d4b1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73dec0814a48a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7c495bc98fe494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d076356aacf40e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de916d7e9e344f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93f9d609fd4fd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8d94bc9b3046c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6c8ad169dfb4bff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72d63d61b5e439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4e450ee777c4207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aa5535e79894da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0044167e75948e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901faf6d9940d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fdb61ddd54966" /><Relationship Type="http://schemas.openxmlformats.org/officeDocument/2006/relationships/slideLayout" Target="/ppt/slideLayouts/slideLayout1.xml" Id="Rea7429415cab40ac" /><Relationship Type="http://schemas.openxmlformats.org/officeDocument/2006/relationships/slideLayout" Target="/ppt/slideLayouts/slideLayout2.xml" Id="R87c0c3db70994da7" /><Relationship Type="http://schemas.openxmlformats.org/officeDocument/2006/relationships/slideLayout" Target="/ppt/slideLayouts/slideLayout3.xml" Id="R702ee7c5b0724f1f" /><Relationship Type="http://schemas.openxmlformats.org/officeDocument/2006/relationships/slideLayout" Target="/ppt/slideLayouts/slideLayout4.xml" Id="R86c161e543b54027" /><Relationship Type="http://schemas.openxmlformats.org/officeDocument/2006/relationships/slideLayout" Target="/ppt/slideLayouts/slideLayout5.xml" Id="R9c9a73d2dff6430d" /><Relationship Type="http://schemas.openxmlformats.org/officeDocument/2006/relationships/slideLayout" Target="/ppt/slideLayouts/slideLayout6.xml" Id="Re8a0258b29e5426b" /><Relationship Type="http://schemas.openxmlformats.org/officeDocument/2006/relationships/slideLayout" Target="/ppt/slideLayouts/slideLayout7.xml" Id="R37694ff86f974235" /><Relationship Type="http://schemas.openxmlformats.org/officeDocument/2006/relationships/slideLayout" Target="/ppt/slideLayouts/slideLayout8.xml" Id="Raa2b5cc64288444c" /><Relationship Type="http://schemas.openxmlformats.org/officeDocument/2006/relationships/slideLayout" Target="/ppt/slideLayouts/slideLayout9.xml" Id="R3409ad27e2134048" /><Relationship Type="http://schemas.openxmlformats.org/officeDocument/2006/relationships/slideLayout" Target="/ppt/slideLayouts/slideLayout10.xml" Id="R36ec0ea66fea4061" /><Relationship Type="http://schemas.openxmlformats.org/officeDocument/2006/relationships/slideLayout" Target="/ppt/slideLayouts/slideLayout11.xml" Id="R06d6727ed66c45e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fff4abf6a7846f4" /><Relationship Type="http://schemas.openxmlformats.org/officeDocument/2006/relationships/slideLayout" Target="/ppt/slideLayouts/slideLayout12.xml" Id="Rd2b3ace5297944ec" /><Relationship Type="http://schemas.openxmlformats.org/officeDocument/2006/relationships/slideLayout" Target="/ppt/slideLayouts/slideLayout13.xml" Id="R0f9d32b3f4fc46d4" /><Relationship Type="http://schemas.openxmlformats.org/officeDocument/2006/relationships/slideLayout" Target="/ppt/slideLayouts/slideLayout14.xml" Id="Rce51315eab9347e4" /><Relationship Type="http://schemas.openxmlformats.org/officeDocument/2006/relationships/slideLayout" Target="/ppt/slideLayouts/slideLayout15.xml" Id="R52e9f35044a8479a" /><Relationship Type="http://schemas.openxmlformats.org/officeDocument/2006/relationships/slideLayout" Target="/ppt/slideLayouts/slideLayout16.xml" Id="R17d64f9c366d4e17" /><Relationship Type="http://schemas.openxmlformats.org/officeDocument/2006/relationships/slideLayout" Target="/ppt/slideLayouts/slideLayout17.xml" Id="R511689889fc845cd" /><Relationship Type="http://schemas.openxmlformats.org/officeDocument/2006/relationships/slideLayout" Target="/ppt/slideLayouts/slideLayout18.xml" Id="Rb9f3a2c9a1fb4405" /><Relationship Type="http://schemas.openxmlformats.org/officeDocument/2006/relationships/slideLayout" Target="/ppt/slideLayouts/slideLayout19.xml" Id="R32941bb81fa9462e" /><Relationship Type="http://schemas.openxmlformats.org/officeDocument/2006/relationships/slideLayout" Target="/ppt/slideLayouts/slideLayout20.xml" Id="R18e1148c1607470b" /><Relationship Type="http://schemas.openxmlformats.org/officeDocument/2006/relationships/slideLayout" Target="/ppt/slideLayouts/slideLayout21.xml" Id="R0dc7eb270f4d4d32" /><Relationship Type="http://schemas.openxmlformats.org/officeDocument/2006/relationships/slideLayout" Target="/ppt/slideLayouts/slideLayout22.xml" Id="R6d5ebc115274463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77a3fa9c54e4918" /><Relationship Type="http://schemas.openxmlformats.org/officeDocument/2006/relationships/slideLayout" Target="/ppt/slideLayouts/slideLayout23.xml" Id="R284710a5159a4206" /><Relationship Type="http://schemas.openxmlformats.org/officeDocument/2006/relationships/slideLayout" Target="/ppt/slideLayouts/slideLayout24.xml" Id="R754d8334aa61451f" /><Relationship Type="http://schemas.openxmlformats.org/officeDocument/2006/relationships/slideLayout" Target="/ppt/slideLayouts/slideLayout25.xml" Id="R37b2e2def225423f" /><Relationship Type="http://schemas.openxmlformats.org/officeDocument/2006/relationships/slideLayout" Target="/ppt/slideLayouts/slideLayout26.xml" Id="Rd62a28aaac1e4576" /><Relationship Type="http://schemas.openxmlformats.org/officeDocument/2006/relationships/slideLayout" Target="/ppt/slideLayouts/slideLayout27.xml" Id="R9e62c6f4df5d4fee" /><Relationship Type="http://schemas.openxmlformats.org/officeDocument/2006/relationships/slideLayout" Target="/ppt/slideLayouts/slideLayout28.xml" Id="R3b7bda5ccf4e440b" /><Relationship Type="http://schemas.openxmlformats.org/officeDocument/2006/relationships/slideLayout" Target="/ppt/slideLayouts/slideLayout29.xml" Id="R56f7e7dc5a55403d" /><Relationship Type="http://schemas.openxmlformats.org/officeDocument/2006/relationships/slideLayout" Target="/ppt/slideLayouts/slideLayout30.xml" Id="R3d0ccd02b595411a" /><Relationship Type="http://schemas.openxmlformats.org/officeDocument/2006/relationships/slideLayout" Target="/ppt/slideLayouts/slideLayout31.xml" Id="R080602ebae214edd" /><Relationship Type="http://schemas.openxmlformats.org/officeDocument/2006/relationships/slideLayout" Target="/ppt/slideLayouts/slideLayout32.xml" Id="R88a765c700904144" /><Relationship Type="http://schemas.openxmlformats.org/officeDocument/2006/relationships/slideLayout" Target="/ppt/slideLayouts/slideLayout33.xml" Id="Re7af69f29241475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429415cab40ac"/>
    <p:sldLayoutId xmlns:r="http://schemas.openxmlformats.org/officeDocument/2006/relationships" id="2147483650" r:id="R87c0c3db70994da7"/>
    <p:sldLayoutId xmlns:r="http://schemas.openxmlformats.org/officeDocument/2006/relationships" id="2147483651" r:id="R702ee7c5b0724f1f"/>
    <p:sldLayoutId xmlns:r="http://schemas.openxmlformats.org/officeDocument/2006/relationships" id="2147483652" r:id="R86c161e543b54027"/>
    <p:sldLayoutId xmlns:r="http://schemas.openxmlformats.org/officeDocument/2006/relationships" id="2147483653" r:id="R9c9a73d2dff6430d"/>
    <p:sldLayoutId xmlns:r="http://schemas.openxmlformats.org/officeDocument/2006/relationships" id="2147483654" r:id="Re8a0258b29e5426b"/>
    <p:sldLayoutId xmlns:r="http://schemas.openxmlformats.org/officeDocument/2006/relationships" id="2147483655" r:id="R37694ff86f974235"/>
    <p:sldLayoutId xmlns:r="http://schemas.openxmlformats.org/officeDocument/2006/relationships" id="2147483656" r:id="Raa2b5cc64288444c"/>
    <p:sldLayoutId xmlns:r="http://schemas.openxmlformats.org/officeDocument/2006/relationships" id="2147483657" r:id="R3409ad27e2134048"/>
    <p:sldLayoutId xmlns:r="http://schemas.openxmlformats.org/officeDocument/2006/relationships" id="2147483658" r:id="R36ec0ea66fea4061"/>
    <p:sldLayoutId xmlns:r="http://schemas.openxmlformats.org/officeDocument/2006/relationships" id="2147483659" r:id="R06d6727ed66c45e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2b3ace5297944ec"/>
    <p:sldLayoutId xmlns:r="http://schemas.openxmlformats.org/officeDocument/2006/relationships" id="2147483662" r:id="R0f9d32b3f4fc46d4"/>
    <p:sldLayoutId xmlns:r="http://schemas.openxmlformats.org/officeDocument/2006/relationships" id="2147483663" r:id="Rce51315eab9347e4"/>
    <p:sldLayoutId xmlns:r="http://schemas.openxmlformats.org/officeDocument/2006/relationships" id="2147483664" r:id="R52e9f35044a8479a"/>
    <p:sldLayoutId xmlns:r="http://schemas.openxmlformats.org/officeDocument/2006/relationships" id="2147483665" r:id="R17d64f9c366d4e17"/>
    <p:sldLayoutId xmlns:r="http://schemas.openxmlformats.org/officeDocument/2006/relationships" id="2147483666" r:id="R511689889fc845cd"/>
    <p:sldLayoutId xmlns:r="http://schemas.openxmlformats.org/officeDocument/2006/relationships" id="2147483667" r:id="Rb9f3a2c9a1fb4405"/>
    <p:sldLayoutId xmlns:r="http://schemas.openxmlformats.org/officeDocument/2006/relationships" id="2147483668" r:id="R32941bb81fa9462e"/>
    <p:sldLayoutId xmlns:r="http://schemas.openxmlformats.org/officeDocument/2006/relationships" id="2147483669" r:id="R18e1148c1607470b"/>
    <p:sldLayoutId xmlns:r="http://schemas.openxmlformats.org/officeDocument/2006/relationships" id="2147483670" r:id="R0dc7eb270f4d4d32"/>
    <p:sldLayoutId xmlns:r="http://schemas.openxmlformats.org/officeDocument/2006/relationships" id="2147483671" r:id="R6d5ebc115274463e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284710a5159a4206"/>
    <p:sldLayoutId xmlns:r="http://schemas.openxmlformats.org/officeDocument/2006/relationships" id="2147483674" r:id="R754d8334aa61451f"/>
    <p:sldLayoutId xmlns:r="http://schemas.openxmlformats.org/officeDocument/2006/relationships" id="2147483675" r:id="R37b2e2def225423f"/>
    <p:sldLayoutId xmlns:r="http://schemas.openxmlformats.org/officeDocument/2006/relationships" id="2147483676" r:id="Rd62a28aaac1e4576"/>
    <p:sldLayoutId xmlns:r="http://schemas.openxmlformats.org/officeDocument/2006/relationships" id="2147483677" r:id="R9e62c6f4df5d4fee"/>
    <p:sldLayoutId xmlns:r="http://schemas.openxmlformats.org/officeDocument/2006/relationships" id="2147483678" r:id="R3b7bda5ccf4e440b"/>
    <p:sldLayoutId xmlns:r="http://schemas.openxmlformats.org/officeDocument/2006/relationships" id="2147483679" r:id="R56f7e7dc5a55403d"/>
    <p:sldLayoutId xmlns:r="http://schemas.openxmlformats.org/officeDocument/2006/relationships" id="2147483680" r:id="R3d0ccd02b595411a"/>
    <p:sldLayoutId xmlns:r="http://schemas.openxmlformats.org/officeDocument/2006/relationships" id="2147483681" r:id="R080602ebae214edd"/>
    <p:sldLayoutId xmlns:r="http://schemas.openxmlformats.org/officeDocument/2006/relationships" id="2147483682" r:id="R88a765c700904144"/>
    <p:sldLayoutId xmlns:r="http://schemas.openxmlformats.org/officeDocument/2006/relationships" id="2147483683" r:id="Re7af69f29241475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bf45e194e4dc5" /><Relationship Type="http://schemas.openxmlformats.org/officeDocument/2006/relationships/image" Target="/ppt/media/image.jpeg" Id="R7a9aee52b0584bdd" /><Relationship Type="http://schemas.openxmlformats.org/officeDocument/2006/relationships/notesSlide" Target="/ppt/notesSlides/notesSlide1.xml" Id="R9bad3063a60c4d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1c2d5a2ad4c53" /><Relationship Type="http://schemas.openxmlformats.org/officeDocument/2006/relationships/image" Target="/ppt/media/image2.jpeg" Id="Racdb3045ef0b4333" /><Relationship Type="http://schemas.openxmlformats.org/officeDocument/2006/relationships/notesSlide" Target="/ppt/notesSlides/notesSlide2.xml" Id="R6a1d506490b14a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ebeae12f8d249e1" /><Relationship Type="http://schemas.openxmlformats.org/officeDocument/2006/relationships/image" Target="/ppt/media/image2.jpeg" Id="Rf5f67be2069144c1" /><Relationship Type="http://schemas.openxmlformats.org/officeDocument/2006/relationships/notesSlide" Target="/ppt/notesSlides/notesSlide3.xml" Id="R180e73c9eb9a4b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9fa74ccc0fb46a0" /><Relationship Type="http://schemas.openxmlformats.org/officeDocument/2006/relationships/image" Target="/ppt/media/image2.jpeg" Id="R9491b63e92354909" /><Relationship Type="http://schemas.openxmlformats.org/officeDocument/2006/relationships/notesSlide" Target="/ppt/notesSlides/notesSlide4.xml" Id="Rcea76ef2464e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cd5bbe4133c48a2" /><Relationship Type="http://schemas.openxmlformats.org/officeDocument/2006/relationships/image" Target="/ppt/media/image.png" Id="R9527d59707c143a6" /><Relationship Type="http://schemas.openxmlformats.org/officeDocument/2006/relationships/notesSlide" Target="/ppt/notesSlides/notesSlide5.xml" Id="R16e931e9e0d242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89dfe7495da4d8d" /><Relationship Type="http://schemas.openxmlformats.org/officeDocument/2006/relationships/image" Target="/ppt/media/image2.jpeg" Id="R377e02c297dc40fc" /><Relationship Type="http://schemas.openxmlformats.org/officeDocument/2006/relationships/notesSlide" Target="/ppt/notesSlides/notesSlide6.xml" Id="Rdc8a3d1c034d4d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085be19874c81" /><Relationship Type="http://schemas.openxmlformats.org/officeDocument/2006/relationships/image" Target="/ppt/media/image2.jpeg" Id="R76a659b353f34c65" /><Relationship Type="http://schemas.openxmlformats.org/officeDocument/2006/relationships/image" Target="/ppt/media/image2.png" Id="Rcdccd95f23944dbc" /><Relationship Type="http://schemas.openxmlformats.org/officeDocument/2006/relationships/notesSlide" Target="/ppt/notesSlides/notesSlide7.xml" Id="R9778626654f745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aee52b058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b3045ef0b4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67be2069144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1b63e92354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7d59707c143a6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266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153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节点编排连招｜逐帧配置判定与反馈｜TestGym 运行时预览</a:t>
            </a: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e02c297dc40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【看得懂】AI 可执行的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659b353f34c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cd95f2394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2026-08-14T03:23:08.6650000Z</dcterms:created>
  <dcterms:modified xsi:type="dcterms:W3CDTF">2026-08-14T03:23:08.6650000Z</dcterms:modified>
</coreProperties>
</file>