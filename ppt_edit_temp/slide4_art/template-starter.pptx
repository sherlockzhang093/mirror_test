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eb4db81fd45c9" /><Relationship Type="http://schemas.openxmlformats.org/officeDocument/2006/relationships/extended-properties" Target="/docProps/app.xml" Id="R25ba039340aa495b" /><Relationship Type="http://schemas.openxmlformats.org/officeDocument/2006/relationships/officeDocument" Target="/ppt/presentation.xml" Id="Rfcc6d67ec0d8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cd63553aa401b"/>
    <p:sldMasterId xmlns:r="http://schemas.openxmlformats.org/officeDocument/2006/relationships" id="2147483660" r:id="Rd3f6adc56db94106"/>
    <p:sldMasterId xmlns:r="http://schemas.openxmlformats.org/officeDocument/2006/relationships" id="2147483672" r:id="R146ac1316c744721"/>
  </p:sldMasterIdLst>
  <p:notesMasterIdLst>
    <p:notesMasterId xmlns:r="http://schemas.openxmlformats.org/officeDocument/2006/relationships" r:id="R1694285b6f91413b"/>
  </p:notesMasterIdLst>
  <p:sldIdLst>
    <p:sldId xmlns:r="http://schemas.openxmlformats.org/officeDocument/2006/relationships" id="256" r:id="Ra4215666b559447f"/>
    <p:sldId xmlns:r="http://schemas.openxmlformats.org/officeDocument/2006/relationships" id="257" r:id="R26ba2093329345c9"/>
    <p:sldId xmlns:r="http://schemas.openxmlformats.org/officeDocument/2006/relationships" id="258" r:id="R44c25c4d84054e7b"/>
    <p:sldId xmlns:r="http://schemas.openxmlformats.org/officeDocument/2006/relationships" id="259" r:id="R9dffc60bc3994853"/>
    <p:sldId xmlns:r="http://schemas.openxmlformats.org/officeDocument/2006/relationships" id="260" r:id="R582469abbcaf4e5d"/>
    <p:sldId xmlns:r="http://schemas.openxmlformats.org/officeDocument/2006/relationships" id="261" r:id="Rd2af06da28c04ba9"/>
    <p:sldId xmlns:r="http://schemas.openxmlformats.org/officeDocument/2006/relationships" id="262" r:id="R913f4e007826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d4f80b8b224596" /><Relationship Type="http://schemas.openxmlformats.org/officeDocument/2006/relationships/slideMaster" Target="/ppt/slideMasters/slideMaster1.xml" Id="R2bdcd63553aa401b" /><Relationship Type="http://schemas.openxmlformats.org/officeDocument/2006/relationships/slideMaster" Target="/ppt/slideMasters/slideMaster2.xml" Id="Rd3f6adc56db94106" /><Relationship Type="http://schemas.openxmlformats.org/officeDocument/2006/relationships/slideMaster" Target="/ppt/slideMasters/slideMaster3.xml" Id="R146ac1316c744721" /><Relationship Type="http://schemas.openxmlformats.org/officeDocument/2006/relationships/notesMaster" Target="/ppt/notesMasters/notesMaster1.xml" Id="R1694285b6f91413b" /><Relationship Type="http://schemas.openxmlformats.org/officeDocument/2006/relationships/presProps" Target="/ppt/presProps.xml" Id="R7475dcca4f91421d" /><Relationship Type="http://schemas.openxmlformats.org/officeDocument/2006/relationships/viewProps" Target="/ppt/viewProps.xml" Id="R451bb19174a04dcd" /><Relationship Type="http://schemas.openxmlformats.org/officeDocument/2006/relationships/tableStyles" Target="/ppt/tableStyles.xml" Id="Ra550747f39f147ca" /><Relationship Type="http://schemas.openxmlformats.org/officeDocument/2006/relationships/slide" Target="/ppt/slides/slide1.xml" Id="Ra4215666b559447f" /><Relationship Type="http://schemas.openxmlformats.org/officeDocument/2006/relationships/slide" Target="/ppt/slides/slide2.xml" Id="R26ba2093329345c9" /><Relationship Type="http://schemas.openxmlformats.org/officeDocument/2006/relationships/slide" Target="/ppt/slides/slide3.xml" Id="R44c25c4d84054e7b" /><Relationship Type="http://schemas.openxmlformats.org/officeDocument/2006/relationships/slide" Target="/ppt/slides/slide4.xml" Id="R9dffc60bc3994853" /><Relationship Type="http://schemas.openxmlformats.org/officeDocument/2006/relationships/slide" Target="/ppt/slides/slide5.xml" Id="R582469abbcaf4e5d" /><Relationship Type="http://schemas.openxmlformats.org/officeDocument/2006/relationships/slide" Target="/ppt/slides/slide6.xml" Id="Rd2af06da28c04ba9" /><Relationship Type="http://schemas.openxmlformats.org/officeDocument/2006/relationships/slide" Target="/ppt/slides/slide7.xml" Id="R913f4e007826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ddb3477fa8a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6e6e7b38bd4308" /><Relationship Type="http://schemas.openxmlformats.org/officeDocument/2006/relationships/notesMaster" Target="/ppt/notesMasters/notesMaster1.xml" Id="Rd4435f0ba37d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7f2595c174509" /><Relationship Type="http://schemas.openxmlformats.org/officeDocument/2006/relationships/notesMaster" Target="/ppt/notesMasters/notesMaster1.xml" Id="R38ffbad1c8e8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20a030eac643fc" /><Relationship Type="http://schemas.openxmlformats.org/officeDocument/2006/relationships/notesMaster" Target="/ppt/notesMasters/notesMaster1.xml" Id="R235408f032f049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89e89ec7b4e2c" /><Relationship Type="http://schemas.openxmlformats.org/officeDocument/2006/relationships/notesMaster" Target="/ppt/notesMasters/notesMaster1.xml" Id="R744a1f2080f44c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98ae81b72d48bb" /><Relationship Type="http://schemas.openxmlformats.org/officeDocument/2006/relationships/notesMaster" Target="/ppt/notesMasters/notesMaster1.xml" Id="R41dcb699a24e4e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c5cff705b4271" /><Relationship Type="http://schemas.openxmlformats.org/officeDocument/2006/relationships/notesMaster" Target="/ppt/notesMasters/notesMaster1.xml" Id="R15864f9796b0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28dfef12d48d6" /><Relationship Type="http://schemas.openxmlformats.org/officeDocument/2006/relationships/notesMaster" Target="/ppt/notesMasters/notesMaster1.xml" Id="R657a19f23170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Docs/Project/MirrorTrial_iWiki_Rewrite.md</a:t>
            </a:r>
          </a:p>
          <a:p xmlns:a="http://schemas.openxmlformats.org/drawingml/2006/main">
            <a:r>
              <a:t>- Docs/Project/MirrorTrial_ImplementationPlan.md</a:t>
            </a:r>
          </a:p>
          <a:p xmlns:a="http://schemas.openxmlformats.org/drawingml/2006/main">
            <a:r>
              <a:t>- Docs/Level/生命精华系统_完整实现说明.md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用户提供：codex-clipboard-3af23637-e6c0-47fe-ab61-bc9a3b1338bc.png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讲解要点：</a:t>
            </a:r>
          </a:p>
          <a:p xmlns:a="http://schemas.openxmlformats.org/drawingml/2006/main">
            <a:r>
              <a:t>1. 连招图：招式作为节点，点按、长按、松开与状态条件作为连线。</a:t>
            </a:r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</a:p>
          <a:p xmlns:a="http://schemas.openxmlformats.org/drawingml/2006/main">
            <a:r>
              <a:t>3. 运行时预览：TestGym 模拟输入、同步编辑数据，并高亮当前节点与连线。</a:t>
            </a:r>
          </a:p>
          <a:p xmlns:a="http://schemas.openxmlformats.org/drawingml/2006/main">
            <a:r>
              <a:t>4. 核心价值：策划可以直接调配置并验证战斗手感，减少反复修改代码。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ff9f7ac6044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a2fda96584f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d61d600da4d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0a4a021944a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71410b5fa49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1e78e14db4e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60824712a41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f23df9a8544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8f6a8f7ea44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23a4584bc4c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9362cb5f6447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1f04e3842a46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0d11dfde82433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b71dcf3a3a46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aa891fa897472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adfba10919484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d8b78524984af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5f08e27f23423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be677501cd479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7c04f0ca0e48b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ff44d4c21946c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5601bdfce4466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116a76f07d495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7ed707c4a0423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353c8913d64aa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c9a151dfa7b4ee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a009dbee17f443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9379617c1942c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2702404f0384f1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f8ac382444411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34760456fcd4e90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eb43881c3fe4a0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e840fa4e30b434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20130b6904628" /><Relationship Type="http://schemas.openxmlformats.org/officeDocument/2006/relationships/slideLayout" Target="/ppt/slideLayouts/slideLayout1.xml" Id="R016baaf3e9f1410e" /><Relationship Type="http://schemas.openxmlformats.org/officeDocument/2006/relationships/slideLayout" Target="/ppt/slideLayouts/slideLayout2.xml" Id="Rff010ce0d4894e42" /><Relationship Type="http://schemas.openxmlformats.org/officeDocument/2006/relationships/slideLayout" Target="/ppt/slideLayouts/slideLayout3.xml" Id="R03c4670f93624717" /><Relationship Type="http://schemas.openxmlformats.org/officeDocument/2006/relationships/slideLayout" Target="/ppt/slideLayouts/slideLayout4.xml" Id="Rffb8d0150e864b16" /><Relationship Type="http://schemas.openxmlformats.org/officeDocument/2006/relationships/slideLayout" Target="/ppt/slideLayouts/slideLayout5.xml" Id="R87a2b72e29fd4b01" /><Relationship Type="http://schemas.openxmlformats.org/officeDocument/2006/relationships/slideLayout" Target="/ppt/slideLayouts/slideLayout6.xml" Id="R162af42504f142c0" /><Relationship Type="http://schemas.openxmlformats.org/officeDocument/2006/relationships/slideLayout" Target="/ppt/slideLayouts/slideLayout7.xml" Id="R2fa4cb1c185e44be" /><Relationship Type="http://schemas.openxmlformats.org/officeDocument/2006/relationships/slideLayout" Target="/ppt/slideLayouts/slideLayout8.xml" Id="R943c4f0afd5a40a6" /><Relationship Type="http://schemas.openxmlformats.org/officeDocument/2006/relationships/slideLayout" Target="/ppt/slideLayouts/slideLayout9.xml" Id="R292451375d9442d9" /><Relationship Type="http://schemas.openxmlformats.org/officeDocument/2006/relationships/slideLayout" Target="/ppt/slideLayouts/slideLayout10.xml" Id="Re5b2cb5b2b51409c" /><Relationship Type="http://schemas.openxmlformats.org/officeDocument/2006/relationships/slideLayout" Target="/ppt/slideLayouts/slideLayout11.xml" Id="R909248d524e2413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64153322d494744" /><Relationship Type="http://schemas.openxmlformats.org/officeDocument/2006/relationships/slideLayout" Target="/ppt/slideLayouts/slideLayout12.xml" Id="R54deb7567d004e96" /><Relationship Type="http://schemas.openxmlformats.org/officeDocument/2006/relationships/slideLayout" Target="/ppt/slideLayouts/slideLayout13.xml" Id="Re3d2a40920974a8e" /><Relationship Type="http://schemas.openxmlformats.org/officeDocument/2006/relationships/slideLayout" Target="/ppt/slideLayouts/slideLayout14.xml" Id="R6564b9d5b6d642a1" /><Relationship Type="http://schemas.openxmlformats.org/officeDocument/2006/relationships/slideLayout" Target="/ppt/slideLayouts/slideLayout15.xml" Id="R8bf9c19cf5914f6a" /><Relationship Type="http://schemas.openxmlformats.org/officeDocument/2006/relationships/slideLayout" Target="/ppt/slideLayouts/slideLayout16.xml" Id="Rff44cf365368470c" /><Relationship Type="http://schemas.openxmlformats.org/officeDocument/2006/relationships/slideLayout" Target="/ppt/slideLayouts/slideLayout17.xml" Id="R31eccb88bc2943f0" /><Relationship Type="http://schemas.openxmlformats.org/officeDocument/2006/relationships/slideLayout" Target="/ppt/slideLayouts/slideLayout18.xml" Id="R81fdb8e4f2284ab5" /><Relationship Type="http://schemas.openxmlformats.org/officeDocument/2006/relationships/slideLayout" Target="/ppt/slideLayouts/slideLayout19.xml" Id="Rc94d65f15d8340fd" /><Relationship Type="http://schemas.openxmlformats.org/officeDocument/2006/relationships/slideLayout" Target="/ppt/slideLayouts/slideLayout20.xml" Id="Rc86ea61984264148" /><Relationship Type="http://schemas.openxmlformats.org/officeDocument/2006/relationships/slideLayout" Target="/ppt/slideLayouts/slideLayout21.xml" Id="Rd657c93dc5a542d1" /><Relationship Type="http://schemas.openxmlformats.org/officeDocument/2006/relationships/slideLayout" Target="/ppt/slideLayouts/slideLayout22.xml" Id="R7e1a0ba30305487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316c041730b44ae" /><Relationship Type="http://schemas.openxmlformats.org/officeDocument/2006/relationships/slideLayout" Target="/ppt/slideLayouts/slideLayout23.xml" Id="R50fc1eddb51943f3" /><Relationship Type="http://schemas.openxmlformats.org/officeDocument/2006/relationships/slideLayout" Target="/ppt/slideLayouts/slideLayout24.xml" Id="Rb9ad722266e44516" /><Relationship Type="http://schemas.openxmlformats.org/officeDocument/2006/relationships/slideLayout" Target="/ppt/slideLayouts/slideLayout25.xml" Id="R97a6729552634232" /><Relationship Type="http://schemas.openxmlformats.org/officeDocument/2006/relationships/slideLayout" Target="/ppt/slideLayouts/slideLayout26.xml" Id="R595dba341a474785" /><Relationship Type="http://schemas.openxmlformats.org/officeDocument/2006/relationships/slideLayout" Target="/ppt/slideLayouts/slideLayout27.xml" Id="Rb08f926e6e4040c8" /><Relationship Type="http://schemas.openxmlformats.org/officeDocument/2006/relationships/slideLayout" Target="/ppt/slideLayouts/slideLayout28.xml" Id="R0039a63575c340be" /><Relationship Type="http://schemas.openxmlformats.org/officeDocument/2006/relationships/slideLayout" Target="/ppt/slideLayouts/slideLayout29.xml" Id="R353781b2409f4f62" /><Relationship Type="http://schemas.openxmlformats.org/officeDocument/2006/relationships/slideLayout" Target="/ppt/slideLayouts/slideLayout30.xml" Id="Re85956c0dfad43c7" /><Relationship Type="http://schemas.openxmlformats.org/officeDocument/2006/relationships/slideLayout" Target="/ppt/slideLayouts/slideLayout31.xml" Id="R1673be6b86e04c51" /><Relationship Type="http://schemas.openxmlformats.org/officeDocument/2006/relationships/slideLayout" Target="/ppt/slideLayouts/slideLayout32.xml" Id="R8b97b5c21d95429c" /><Relationship Type="http://schemas.openxmlformats.org/officeDocument/2006/relationships/slideLayout" Target="/ppt/slideLayouts/slideLayout33.xml" Id="R5647ecb2f7684f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baaf3e9f1410e"/>
    <p:sldLayoutId xmlns:r="http://schemas.openxmlformats.org/officeDocument/2006/relationships" id="2147483650" r:id="Rff010ce0d4894e42"/>
    <p:sldLayoutId xmlns:r="http://schemas.openxmlformats.org/officeDocument/2006/relationships" id="2147483651" r:id="R03c4670f93624717"/>
    <p:sldLayoutId xmlns:r="http://schemas.openxmlformats.org/officeDocument/2006/relationships" id="2147483652" r:id="Rffb8d0150e864b16"/>
    <p:sldLayoutId xmlns:r="http://schemas.openxmlformats.org/officeDocument/2006/relationships" id="2147483653" r:id="R87a2b72e29fd4b01"/>
    <p:sldLayoutId xmlns:r="http://schemas.openxmlformats.org/officeDocument/2006/relationships" id="2147483654" r:id="R162af42504f142c0"/>
    <p:sldLayoutId xmlns:r="http://schemas.openxmlformats.org/officeDocument/2006/relationships" id="2147483655" r:id="R2fa4cb1c185e44be"/>
    <p:sldLayoutId xmlns:r="http://schemas.openxmlformats.org/officeDocument/2006/relationships" id="2147483656" r:id="R943c4f0afd5a40a6"/>
    <p:sldLayoutId xmlns:r="http://schemas.openxmlformats.org/officeDocument/2006/relationships" id="2147483657" r:id="R292451375d9442d9"/>
    <p:sldLayoutId xmlns:r="http://schemas.openxmlformats.org/officeDocument/2006/relationships" id="2147483658" r:id="Re5b2cb5b2b51409c"/>
    <p:sldLayoutId xmlns:r="http://schemas.openxmlformats.org/officeDocument/2006/relationships" id="2147483659" r:id="R909248d524e2413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4deb7567d004e96"/>
    <p:sldLayoutId xmlns:r="http://schemas.openxmlformats.org/officeDocument/2006/relationships" id="2147483662" r:id="Re3d2a40920974a8e"/>
    <p:sldLayoutId xmlns:r="http://schemas.openxmlformats.org/officeDocument/2006/relationships" id="2147483663" r:id="R6564b9d5b6d642a1"/>
    <p:sldLayoutId xmlns:r="http://schemas.openxmlformats.org/officeDocument/2006/relationships" id="2147483664" r:id="R8bf9c19cf5914f6a"/>
    <p:sldLayoutId xmlns:r="http://schemas.openxmlformats.org/officeDocument/2006/relationships" id="2147483665" r:id="Rff44cf365368470c"/>
    <p:sldLayoutId xmlns:r="http://schemas.openxmlformats.org/officeDocument/2006/relationships" id="2147483666" r:id="R31eccb88bc2943f0"/>
    <p:sldLayoutId xmlns:r="http://schemas.openxmlformats.org/officeDocument/2006/relationships" id="2147483667" r:id="R81fdb8e4f2284ab5"/>
    <p:sldLayoutId xmlns:r="http://schemas.openxmlformats.org/officeDocument/2006/relationships" id="2147483668" r:id="Rc94d65f15d8340fd"/>
    <p:sldLayoutId xmlns:r="http://schemas.openxmlformats.org/officeDocument/2006/relationships" id="2147483669" r:id="Rc86ea61984264148"/>
    <p:sldLayoutId xmlns:r="http://schemas.openxmlformats.org/officeDocument/2006/relationships" id="2147483670" r:id="Rd657c93dc5a542d1"/>
    <p:sldLayoutId xmlns:r="http://schemas.openxmlformats.org/officeDocument/2006/relationships" id="2147483671" r:id="R7e1a0ba303054872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50fc1eddb51943f3"/>
    <p:sldLayoutId xmlns:r="http://schemas.openxmlformats.org/officeDocument/2006/relationships" id="2147483674" r:id="Rb9ad722266e44516"/>
    <p:sldLayoutId xmlns:r="http://schemas.openxmlformats.org/officeDocument/2006/relationships" id="2147483675" r:id="R97a6729552634232"/>
    <p:sldLayoutId xmlns:r="http://schemas.openxmlformats.org/officeDocument/2006/relationships" id="2147483676" r:id="R595dba341a474785"/>
    <p:sldLayoutId xmlns:r="http://schemas.openxmlformats.org/officeDocument/2006/relationships" id="2147483677" r:id="Rb08f926e6e4040c8"/>
    <p:sldLayoutId xmlns:r="http://schemas.openxmlformats.org/officeDocument/2006/relationships" id="2147483678" r:id="R0039a63575c340be"/>
    <p:sldLayoutId xmlns:r="http://schemas.openxmlformats.org/officeDocument/2006/relationships" id="2147483679" r:id="R353781b2409f4f62"/>
    <p:sldLayoutId xmlns:r="http://schemas.openxmlformats.org/officeDocument/2006/relationships" id="2147483680" r:id="Re85956c0dfad43c7"/>
    <p:sldLayoutId xmlns:r="http://schemas.openxmlformats.org/officeDocument/2006/relationships" id="2147483681" r:id="R1673be6b86e04c51"/>
    <p:sldLayoutId xmlns:r="http://schemas.openxmlformats.org/officeDocument/2006/relationships" id="2147483682" r:id="R8b97b5c21d95429c"/>
    <p:sldLayoutId xmlns:r="http://schemas.openxmlformats.org/officeDocument/2006/relationships" id="2147483683" r:id="R5647ecb2f7684f9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05e84c0b8481d" /><Relationship Type="http://schemas.openxmlformats.org/officeDocument/2006/relationships/image" Target="/ppt/media/image.jpeg" Id="R43129e577f82480f" /><Relationship Type="http://schemas.openxmlformats.org/officeDocument/2006/relationships/notesSlide" Target="/ppt/notesSlides/notesSlide1.xml" Id="Raba8435e7b5641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ef66957c84e5e" /><Relationship Type="http://schemas.openxmlformats.org/officeDocument/2006/relationships/image" Target="/ppt/media/image2.jpeg" Id="Re6e6b247e4f340c3" /><Relationship Type="http://schemas.openxmlformats.org/officeDocument/2006/relationships/notesSlide" Target="/ppt/notesSlides/notesSlide2.xml" Id="R0312c6e16154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e750988a32d4bd2" /><Relationship Type="http://schemas.openxmlformats.org/officeDocument/2006/relationships/image" Target="/ppt/media/image2.jpeg" Id="R192c7f2867844d6e" /><Relationship Type="http://schemas.openxmlformats.org/officeDocument/2006/relationships/notesSlide" Target="/ppt/notesSlides/notesSlide3.xml" Id="Rabdad7604254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2c434a350684036" /><Relationship Type="http://schemas.openxmlformats.org/officeDocument/2006/relationships/image" Target="/ppt/media/image2.jpeg" Id="R8f8b06c266fe4542" /><Relationship Type="http://schemas.openxmlformats.org/officeDocument/2006/relationships/notesSlide" Target="/ppt/notesSlides/notesSlide4.xml" Id="R54e160342086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985ebcbda1a460e" /><Relationship Type="http://schemas.openxmlformats.org/officeDocument/2006/relationships/image" Target="/ppt/media/image.png" Id="Rfe6ed324fd804a10" /><Relationship Type="http://schemas.openxmlformats.org/officeDocument/2006/relationships/notesSlide" Target="/ppt/notesSlides/notesSlide5.xml" Id="Rea724044e573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f8c748bc90a4485" /><Relationship Type="http://schemas.openxmlformats.org/officeDocument/2006/relationships/image" Target="/ppt/media/image2.jpeg" Id="R51b611659870460b" /><Relationship Type="http://schemas.openxmlformats.org/officeDocument/2006/relationships/image" Target="/ppt/media/image2.png" Id="Rba1630334ed649a5" /><Relationship Type="http://schemas.openxmlformats.org/officeDocument/2006/relationships/notesSlide" Target="/ppt/notesSlides/notesSlide6.xml" Id="Re1b0eb637997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992ad27654b74" /><Relationship Type="http://schemas.openxmlformats.org/officeDocument/2006/relationships/image" Target="/ppt/media/image2.jpeg" Id="Rbfd33f3bb0784ca9" /><Relationship Type="http://schemas.openxmlformats.org/officeDocument/2006/relationships/image" Target="/ppt/media/image3.png" Id="R814d2bf74be64c41" /><Relationship Type="http://schemas.openxmlformats.org/officeDocument/2006/relationships/notesSlide" Target="/ppt/notesSlides/notesSlide7.xml" Id="R23f462225ab045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9e577f8248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6b247e4f3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c7f2867844d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 技术策划（关卡）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推动关卡 / NPC 编辑器与动物玩法工具链落地
• 建设资源检索、配置 ID 与对话内容生产流程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 天美J1｜Unity 客户端 → UE 技术策划（战斗）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负责 3C 镜头、物理交互与 UI 开发
• 搭建英雄 Ability 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b06c266fe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破映</a:t>
            </a:r>
            <a:endParaRPr sz="32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555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Roguelite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｜《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丝之歌》式高机动战斗参考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核心玩法】现实层推进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镜像挑战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击败镜像自我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成长路径】击败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ed324fd804a10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5" y="1304487"/>
            <a:ext cx="7203348" cy="4051883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</a:t>
            </a:r>
            <a:r>
              <a:rPr sz="1575">
                <a:solidFill>
                  <a:srgbClr val="FFFFFF"/>
                </a:solidFill>
              </a:rPr>
              <a:t> </a:t>
            </a:r>
            <a:r>
              <a:rPr sz="1575">
                <a:solidFill>
                  <a:srgbClr val="FFFFFF"/>
                </a:solidFill>
              </a:rPr>
              <a:t>运行时预览</a:t>
            </a:r>
            <a:endParaRPr sz="157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611659870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483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看得懂】AI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可执行的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PRD：写清目标、边界、规则、职责与验收，让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与 Codex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做得出】AI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动画生产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Skill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Unity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630334ed649a5"/>
          <a:srcRect xmlns:a="http://schemas.openxmlformats.org/drawingml/2006/main" l="0" t="5659" r="6133" b="7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538" y="2441197"/>
            <a:ext cx="4793776" cy="2059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33f3bb078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d2bf74be64c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2026-08-14T06:17:28.9760000Z</dcterms:created>
  <dcterms:modified xsi:type="dcterms:W3CDTF">2026-08-14T06:17:28.9760000Z</dcterms:modified>
</coreProperties>
</file>