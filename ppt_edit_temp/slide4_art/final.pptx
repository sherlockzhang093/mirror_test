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fe37d63268458c" /><Relationship Type="http://schemas.openxmlformats.org/officeDocument/2006/relationships/extended-properties" Target="/docProps/app.xml" Id="Rfe431d6b205b4c65" /><Relationship Type="http://schemas.openxmlformats.org/officeDocument/2006/relationships/officeDocument" Target="/ppt/presentation.xml" Id="R52e745ed005240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811a0516774138"/>
    <p:sldMasterId xmlns:r="http://schemas.openxmlformats.org/officeDocument/2006/relationships" id="2147483660" r:id="Rdbfe3fb0d6a3475d"/>
    <p:sldMasterId xmlns:r="http://schemas.openxmlformats.org/officeDocument/2006/relationships" id="2147483672" r:id="Rb92fd151695c4507"/>
  </p:sldMasterIdLst>
  <p:notesMasterIdLst>
    <p:notesMasterId xmlns:r="http://schemas.openxmlformats.org/officeDocument/2006/relationships" r:id="Rf9483b4c73cb4f58"/>
  </p:notesMasterIdLst>
  <p:sldIdLst>
    <p:sldId xmlns:r="http://schemas.openxmlformats.org/officeDocument/2006/relationships" id="256" r:id="Rc56b3c0bd5074e24"/>
    <p:sldId xmlns:r="http://schemas.openxmlformats.org/officeDocument/2006/relationships" id="257" r:id="R126ae1118d8a4b55"/>
    <p:sldId xmlns:r="http://schemas.openxmlformats.org/officeDocument/2006/relationships" id="258" r:id="R283947fe1b2d40b8"/>
    <p:sldId xmlns:r="http://schemas.openxmlformats.org/officeDocument/2006/relationships" id="259" r:id="R816c85447ead45a5"/>
    <p:sldId xmlns:r="http://schemas.openxmlformats.org/officeDocument/2006/relationships" id="260" r:id="Rbcad853cb6ef476f"/>
    <p:sldId xmlns:r="http://schemas.openxmlformats.org/officeDocument/2006/relationships" id="261" r:id="Rf9860354ae7b47dd"/>
    <p:sldId xmlns:r="http://schemas.openxmlformats.org/officeDocument/2006/relationships" id="262" r:id="Rf83ae995c5df4e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5fbb3545f840ab" /><Relationship Type="http://schemas.openxmlformats.org/officeDocument/2006/relationships/slideMaster" Target="/ppt/slideMasters/slideMaster1.xml" Id="R63811a0516774138" /><Relationship Type="http://schemas.openxmlformats.org/officeDocument/2006/relationships/slideMaster" Target="/ppt/slideMasters/slideMaster2.xml" Id="Rdbfe3fb0d6a3475d" /><Relationship Type="http://schemas.openxmlformats.org/officeDocument/2006/relationships/slideMaster" Target="/ppt/slideMasters/slideMaster3.xml" Id="Rb92fd151695c4507" /><Relationship Type="http://schemas.openxmlformats.org/officeDocument/2006/relationships/notesMaster" Target="/ppt/notesMasters/notesMaster1.xml" Id="Rf9483b4c73cb4f58" /><Relationship Type="http://schemas.openxmlformats.org/officeDocument/2006/relationships/presProps" Target="/ppt/presProps.xml" Id="Rb7f9e68885e04d77" /><Relationship Type="http://schemas.openxmlformats.org/officeDocument/2006/relationships/viewProps" Target="/ppt/viewProps.xml" Id="R850c85908f964684" /><Relationship Type="http://schemas.openxmlformats.org/officeDocument/2006/relationships/tableStyles" Target="/ppt/tableStyles.xml" Id="R243893b801094f78" /><Relationship Type="http://schemas.openxmlformats.org/officeDocument/2006/relationships/slide" Target="/ppt/slides/slide1.xml" Id="Rc56b3c0bd5074e24" /><Relationship Type="http://schemas.openxmlformats.org/officeDocument/2006/relationships/slide" Target="/ppt/slides/slide2.xml" Id="R126ae1118d8a4b55" /><Relationship Type="http://schemas.openxmlformats.org/officeDocument/2006/relationships/slide" Target="/ppt/slides/slide3.xml" Id="R283947fe1b2d40b8" /><Relationship Type="http://schemas.openxmlformats.org/officeDocument/2006/relationships/slide" Target="/ppt/slides/slide4.xml" Id="R816c85447ead45a5" /><Relationship Type="http://schemas.openxmlformats.org/officeDocument/2006/relationships/slide" Target="/ppt/slides/slide5.xml" Id="Rbcad853cb6ef476f" /><Relationship Type="http://schemas.openxmlformats.org/officeDocument/2006/relationships/slide" Target="/ppt/slides/slide6.xml" Id="Rf9860354ae7b47dd" /><Relationship Type="http://schemas.openxmlformats.org/officeDocument/2006/relationships/slide" Target="/ppt/slides/slide7.xml" Id="Rf83ae995c5df4e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98b6814a8cdd4b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8f6214eaa44e3e" /><Relationship Type="http://schemas.openxmlformats.org/officeDocument/2006/relationships/notesMaster" Target="/ppt/notesMasters/notesMaster1.xml" Id="Re1628854d3eb42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dfb7d50d0b43af" /><Relationship Type="http://schemas.openxmlformats.org/officeDocument/2006/relationships/notesMaster" Target="/ppt/notesMasters/notesMaster1.xml" Id="R655ae7b4777d42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9564e5b38d4e62" /><Relationship Type="http://schemas.openxmlformats.org/officeDocument/2006/relationships/notesMaster" Target="/ppt/notesMasters/notesMaster1.xml" Id="R37a53206b0ca47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acdbf99a084cbf" /><Relationship Type="http://schemas.openxmlformats.org/officeDocument/2006/relationships/notesMaster" Target="/ppt/notesMasters/notesMaster1.xml" Id="Rccc06b1aaff24f5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f6995d84fd4cc2" /><Relationship Type="http://schemas.openxmlformats.org/officeDocument/2006/relationships/notesMaster" Target="/ppt/notesMasters/notesMaster1.xml" Id="R060ecb66add949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4b6d4d6e5f3412a" /><Relationship Type="http://schemas.openxmlformats.org/officeDocument/2006/relationships/notesMaster" Target="/ppt/notesMasters/notesMaster1.xml" Id="R00bdb22e467545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44460ef63ca4593" /><Relationship Type="http://schemas.openxmlformats.org/officeDocument/2006/relationships/notesMaster" Target="/ppt/notesMasters/notesMaster1.xml" Id="R259721af5ed542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张聪_简历_游戏开发.pdf（用户提供，2页）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Docs/Project/MirrorTrial_iWiki_Rewrite.md</a:t>
            </a:r>
          </a:p>
          <a:p xmlns:a="http://schemas.openxmlformats.org/drawingml/2006/main">
            <a:r>
              <a:t>- Docs/Project/MirrorTrial_ImplementationPlan.md</a:t>
            </a:r>
          </a:p>
          <a:p xmlns:a="http://schemas.openxmlformats.org/drawingml/2006/main">
            <a:r>
              <a:t>- Docs/Level/生命精华系统_完整实现说明.md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AI-generated original illustration: assets/mirror-loop-concept.png</a:t>
            </a:r>
          </a:p>
          <a:p xmlns:a="http://schemas.openxmlformats.org/drawingml/2006/main">
            <a:r>
              <a:t>- Generated with the built-in image generation tool; prompt recorded in source-notes.txt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用户提供：codex-clipboard-3af23637-e6c0-47fe-ab61-bc9a3b1338bc.png</a:t>
            </a:r>
          </a:p>
          <a:p xmlns:a="http://schemas.openxmlformats.org/drawingml/2006/main">
            <a:r>
              <a:t>- Docs/Combat/CODEX_SKILL_EDITOR_HANDOFF.md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讲解要点：</a:t>
            </a:r>
          </a:p>
          <a:p xmlns:a="http://schemas.openxmlformats.org/drawingml/2006/main">
            <a:r>
              <a:t>1. 连招图：招式作为节点，点按、长按、松开与状态条件作为连线。</a:t>
            </a:r>
          </a:p>
          <a:p xmlns:a="http://schemas.openxmlformats.org/drawingml/2006/main">
            <a:r>
              <a:t>2. 招式配置：动画、前摇/有效/后摇、攻击框、伤害、击退、蓄力和命中反馈统一配置。</a:t>
            </a:r>
          </a:p>
          <a:p xmlns:a="http://schemas.openxmlformats.org/drawingml/2006/main">
            <a:r>
              <a:t>3. 运行时预览：TestGym 模拟输入、同步编辑数据，并高亮当前节点与连线。</a:t>
            </a:r>
          </a:p>
          <a:p xmlns:a="http://schemas.openxmlformats.org/drawingml/2006/main">
            <a:r>
              <a:t>4. 核心价值：策划可以直接调配置并验证战斗手感，减少反复修改代码。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Docs/Design/镜前准备工具卡机制_PRD.md</a:t>
            </a:r>
          </a:p>
          <a:p xmlns:a="http://schemas.openxmlformats.org/drawingml/2006/main">
            <a:r>
              <a:t>- Docs/README.md</a:t>
            </a:r>
          </a:p>
          <a:p xmlns:a="http://schemas.openxmlformats.org/drawingml/2006/main">
            <a:r>
              <a:t>- Docs/Project/MirrorTrial_AI_Outline.md</a:t>
            </a:r>
          </a:p>
          <a:p xmlns:a="http://schemas.openxmlformats.org/drawingml/2006/main">
            <a:r>
              <a:t>- Docs/Combat/CODEX_SKILL_EDITOR_HANDOFF.md</a:t>
            </a:r>
          </a:p>
          <a:p xmlns:a="http://schemas.openxmlformats.org/drawingml/2006/main">
            <a:r>
              <a:t>- C:/Users/zharkzhang/.codex/skills/build-skeleton-consistent-pixel-animation/SKILL.md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c0fad9dc56425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da56b6ed73445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c91e3efa5242e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14447e7fc64a4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cd7d23a4e64c0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409d78a1284c1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fd296f1617418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3b3b109dba482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783611c79e497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48bfce2308433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ba16f00ec3468d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6b51313d1f443d2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fd086166f394578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c87bed7bbd84c64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cd3995723644323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7b84c92e9684a02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6ea742c300e453a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5215b7914a044cc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65e462958374c49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33dcff7781742f0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f2369a59e0f4bc4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d315a662599423c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76b125cba794b8b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0d60542fd204c7b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1590cf1818e49fd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7a673ec000f44d0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d9afde4ba8649a0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bae974344524a53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f2e9ba2200e4585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dfff2e5e44b4678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cb329d17cd141b4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6e87169a7e1484d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ecccb4fccb349da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21B1A54-7005-B022-7545-9F34D3F9A89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336FD553-66A4-6D53-2AFB-1A4203AB341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9DA2517-B129-093D-0951-F8D502DC60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2026/8/14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26589EF-5AA5-B8D3-76D3-A7C25BA679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54AD37E-69F6-A1B1-00F1-ED2517CD24B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6BD5F4D-3EA8-5975-45CA-4CFED37D9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ADF55A78-468D-26D6-513E-AF09E4AD26E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C61F945-5EBD-BE29-CD0D-1572E09408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2026/8/14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7AE880A-1CCE-0DFF-9B58-7DD325CD12D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D51FA86-039E-82FE-659B-71C12BDEA6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A0CD205-ADF0-523C-53E9-344ADD2467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EDD502E-542B-3571-5DB9-F4E69D4D92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330271F-BED6-8FDB-1A4E-AB4EBA59B45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2026/8/14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3612721-E96A-A98E-1C10-D0A2FF5D9E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A99C1CE-FB32-CB3A-31C1-84BDE97D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5A5C6C5-791F-0D1F-82B3-BCA772ED4C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0E430FAB-022C-2B7F-B42A-5D2D22D684F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A7A6F329-CDC1-C119-30DC-AF5B73071F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4E51DE4-B62B-0860-7BE2-B6C5B4163B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2026/8/14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D368DCA-FD30-F6A8-95AF-3189AC06C9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DDF36160-FEDF-233E-536A-49229B731B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58F6C99-BB4B-2624-9B2B-5729A178B2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10551C3-65DD-A1DC-0C5F-1CB6DD94BE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6118D548-8034-0DFD-740C-F4B8F08EB55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1C1E8607-5DD2-FFAD-D267-532ED944658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FD9C20F5-CE23-D2E6-B8F8-744EB530F1F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0A55084-5B94-3957-743E-F9711174459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2026/8/14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A29F2481-AC33-117B-5A07-2E8B0C53B2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FC6B3E00-25B3-42A8-5F47-EB3A8D99E7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BDBCFC9-BFD7-E7EC-3A62-BE354BB830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D65643F-4071-4A84-B432-E190224204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2026/8/14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73E83E52-B7FA-1D8B-FAD5-21B3B30DB92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21C1C748-E046-19B3-831C-E1A3B98E00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CC204D93-A8A4-D54B-0165-54A06242E2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2026/8/14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859F6F84-2136-055E-2203-FA8C44F8D3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0B295627-D96D-A829-E95F-B928D97BAC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2F65EC6-B9F6-659E-B370-3AF1118B2B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3C7D0E9-5D36-5413-F8A4-FDEADC3F83D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9E1FFA37-D556-25D0-8EB8-146ADA76E17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DFA9BB0B-EA46-49D0-0929-7FE7A65000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2026/8/14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1D5C5166-B636-BE4A-035F-7D6387B1CF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07E22C7A-4863-89C0-9FA8-2D526655F2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7013D63-6E36-0C2D-57E8-C2A5389717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DC3087DB-0F94-0092-87B0-70B232E248A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86FD6E42-81B4-50C9-93DE-BF601C8727E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DEECB10-CCCE-87FA-0FF5-1739CDE539A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2026/8/14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35A6BE4-F700-F264-3CA5-30A3011F33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65881DC-4A1B-27AF-FEE1-8F88134CF1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9CA2A5C-3DD4-8FCA-DAEA-409549229D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C5A4847-6C16-27D1-5A21-06BB7D7A58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B7DAB38-D353-774F-ADFD-0F476A92508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2026/8/14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FA1DB02-0E5F-FDF7-00E8-F1D3A948466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D2743F1-BBB9-F06E-EA9E-C63BF8FAC8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C0C16BDA-ACEE-0332-E2F9-5EAFA7F4FD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26D72-B90A-BEF4-1CCC-9B07BCFEFD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7B6F6FE-DCEE-DEB6-172D-55B972F280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2026/8/14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D46AFB5-1C20-CCB0-F6B5-8D760DDBD9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24952AD-D21B-BE6F-C40D-3E1E9E681A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32E279-15FA-4100-966B-5B08AEF83A5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4530"/>
            <a:ext cx="9144000" cy="238760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45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DE0186D-5BC3-47A8-AA18-A4BDF7CF470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 xmlns:a="http://schemas.openxmlformats.org/drawingml/2006/main">
            <a:r>
              <a:t>单击以编辑母版副标题样式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DC1D035-541F-4798-B1CF-D9905971DD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6D23CF4-EC38-470A-B0E9-1E6AD73AEAB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6DC20F6-A8C4-4C67-95EB-502BD471A7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1" y="1712423"/>
            <a:ext cx="10515600" cy="2851208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4500" b="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6FB0EF9-D680-4384-B2A3-7B34AF64E3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1" y="4552635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CED6C3-FA74-483F-ADE7-648096E82A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6326AAB-E080-4A43-9FE4-483859B5E43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45127" y="1828802"/>
            <a:ext cx="5181600" cy="435133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9332230-9376-43ED-9941-B28F623DF8F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8802"/>
            <a:ext cx="5181600" cy="435133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62AAA1C-16A7-4794-94BD-03D999D8BB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45127" y="1681852"/>
            <a:ext cx="5156200" cy="825699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FA3763B-86B1-44C3-B253-BE74D7E8B03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45127" y="2507552"/>
            <a:ext cx="5156200" cy="3680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93F74D1-C038-4E39-82AA-0599261580E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1" y="1681851"/>
            <a:ext cx="5181601" cy="825698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3FB0634-0A01-4C95-84B0-85403AB1BFE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1" y="2507552"/>
            <a:ext cx="5181601" cy="3680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10" name="Title 9">
            <a:extLst xmlns:a="http://schemas.openxmlformats.org/drawingml/2006/main">
              <a:ext uri="{FF2B5EF4-FFF2-40B4-BE49-F238E27FC236}">
                <a16:creationId xmlns:a16="http://schemas.microsoft.com/office/drawing/2014/main" id="{C465167F-9717-44AE-824A-2DC74BC8A8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D7F0344C-2DCA-40B8-B3F9-DB6A2189F4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9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6D30904-DB35-4C15-A33A-276482C99E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1248" y="457202"/>
            <a:ext cx="3931920" cy="160019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400" b="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158C783-033C-49F2-A7A8-1D69FFAAEF3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1600" y="990600"/>
            <a:ext cx="6172200" cy="48768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100"/>
            </a:lvl2pPr>
            <a:lvl3pPr>
              <a:buNone/>
              <a:defRPr sz="1800"/>
            </a:lvl3pPr>
            <a:lvl4pPr>
              <a:buNone/>
              <a:defRPr sz="1500"/>
            </a:lvl4pPr>
            <a:lvl5pPr>
              <a:buNone/>
              <a:defRPr sz="1500"/>
            </a:lvl5pPr>
            <a:lvl6pPr>
              <a:buNone/>
              <a:defRPr sz="1500"/>
            </a:lvl6pPr>
            <a:lvl7pPr>
              <a:buNone/>
              <a:defRPr sz="1500"/>
            </a:lvl7pPr>
            <a:lvl8pPr>
              <a:buNone/>
              <a:defRPr sz="1500"/>
            </a:lvl8pPr>
            <a:lvl9pPr>
              <a:buNone/>
              <a:defRPr sz="15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DB1D3DF-3ECA-45D6-B614-65560FCCECF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41248" y="2057399"/>
            <a:ext cx="3931920" cy="381000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F63B32D-0FE5-4F60-95BA-25F6F3610E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1248" y="457200"/>
            <a:ext cx="3931920" cy="160020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400" b="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88A19D9-AB88-4CAD-9F35-180E9506D66D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1600" y="990600"/>
            <a:ext cx="6172200" cy="4876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 xmlns:a="http://schemas.openxmlformats.org/drawingml/2006/main">
            <a:pPr lvl="0">
              <a:buNone/>
            </a:pPr>
            <a:r>
              <a:t>单击图标添加图片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B44EA68-C275-4259-9D97-0FF6858DE78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41248" y="2057400"/>
            <a:ext cx="3931920" cy="38100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E47E65F-5E83-480F-879B-7D2E28CC91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67CE655-9B44-45BA-87EF-79BC944D40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</p:spTree>
  </p:cSld>
</p:sldLayout>
</file>

<file path=ppt/slideLayouts/slideLayout22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5742272D-FF4E-4AA0-832C-A0F395C28A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1" y="360362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5AEA298-CD3A-4303-813E-A7D755A5DD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1" y="360364"/>
            <a:ext cx="7734300" cy="5811837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</p:spTree>
  </p:cSld>
  <p:hf sldNum="0" hdr="0" ftr="0"/>
</p:sldLayout>
</file>

<file path=ppt/slideLayouts/slideLayout23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F89B7F9-4A86-4C75-8BF5-27C596C9C8B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2B7946C4-0236-45FB-97D9-1D4E143F45F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DE0B743-81D5-4A20-8DC7-2852C2CBE5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2026/8/14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8D9F66D-26A2-4E18-B4BA-7A99F19E284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7464B10-8DC3-4B5C-AB65-89F5805746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4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E9073AB-35A7-464F-8984-34C2891BF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A62084E-C0DC-42A8-B97F-943A7FA2B49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36C6B50-EB3A-4754-A8F2-BF6FA66D9F3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2026/8/14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6D9DB0C-207D-481B-AE45-5F71A1812F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435FB8D-B762-4517-9E14-3E0F7A9E05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5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E2E80F3-6B77-4994-A82B-365A41D705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4322031-ECDA-4F4B-90D7-69EEDD6130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98EADD7-FA5C-4028-A6BB-83D8F71647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2026/8/14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2CDF3EB-97DD-4975-AB49-D65CACB5D0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B6CACFE-A11E-4F76-A666-48B2FC78E4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6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584151E-0332-4772-82E8-644C549548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DC5EF8C-27DD-4BCE-826C-A1C9B47BB6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2047924E-9609-4E5B-84D9-D07C507D605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79D50E9-9437-4458-8738-0D93CA59B8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2026/8/14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20B619E-4EFA-4C5C-B8D0-1688AC34D4D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A47A7A-0DB2-48E4-8EAB-9333B0B18B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7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6F0632B-7CF0-4F68-A323-A0398F85FD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1014E0E0-7DA9-4047-BAA3-6DC1CCDC83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C193548B-91DD-4B22-8937-13E3F69D286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48FE0C5-B774-43D8-871A-F7F9B1B98DA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6E36E7B5-DEE6-466C-A086-9ED9660C81EE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671DCFD6-5F91-428E-868F-0EB6D74DFE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2026/8/14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CDCAB9F9-7355-4696-B59D-D6714242A8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43F1B968-6B9A-4B74-AC1E-E7C7813A2F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8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0588F07-0823-419A-99FE-1486A9990E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45B4620-B1AF-42A7-BF3D-9486FB9A8D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2026/8/14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223E0B0E-8B41-420D-81CB-03DBCBF6E7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32D03A48-9144-4197-9ADD-1E5ED76D69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9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4ED4AC3F-416B-4135-ACE8-0FB29D459BA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2026/8/14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1380B742-EB43-46D8-A2AD-EB32F8ADBB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6A5A644A-2463-4C3E-94D6-7E29853893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0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312882F-AEE7-4FEC-A4B6-ABF7B6FF41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ABF57F5-C842-4F57-9314-166705A8D9A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BBC1D5AB-6D56-4AAF-B6EB-B3B1934B362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3B20F22-7CF5-4E99-8B75-34CE62726E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2026/8/14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56730E1E-6B07-4A7B-A7F7-CFFFA0D789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7AF6CD7-F623-4B85-88E9-C4956122A6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1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2C91E27-EB09-40F7-A5D6-1398E50873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E5AED48E-890B-42A2-A2D7-05691E4929D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A05DEBB4-40BD-4F3B-B814-E4BE34117B2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0166A02-E2BF-4BF0-BF2A-8A9FBF90D59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2026/8/14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4C727424-F63F-48AB-B0B9-162382AB39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79BFED2-C5B7-4A6A-895C-653662506F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2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D4123ED-B444-4E42-9B19-B9B2C710F5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E683D60-8229-4350-B458-95FC787B66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AD603E8-C782-4F23-89A9-219D59CEC78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2026/8/14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EC9FF0D-6AB5-4646-B907-70C4E5A956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8A5EBA9-6462-4247-B187-A89C7B80C6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3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3F73D9F3-0F89-4FB4-8C05-88BBE5029E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9012D14-BFE7-4035-B246-4E3A6D6C74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D8F178D-4185-491F-A3FA-546D072E4A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2026/8/14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27527CF-6D93-49B7-B925-486C1D6058C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06099B4-17CA-4E0D-AF50-E32ED6EAAF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c0fbb780ba48b9" /><Relationship Type="http://schemas.openxmlformats.org/officeDocument/2006/relationships/slideLayout" Target="/ppt/slideLayouts/slideLayout1.xml" Id="R65c438f74a7d44b4" /><Relationship Type="http://schemas.openxmlformats.org/officeDocument/2006/relationships/slideLayout" Target="/ppt/slideLayouts/slideLayout2.xml" Id="R61087756bb4743ab" /><Relationship Type="http://schemas.openxmlformats.org/officeDocument/2006/relationships/slideLayout" Target="/ppt/slideLayouts/slideLayout3.xml" Id="R71360cdedcb9492c" /><Relationship Type="http://schemas.openxmlformats.org/officeDocument/2006/relationships/slideLayout" Target="/ppt/slideLayouts/slideLayout4.xml" Id="Rf65f325d5bd4463a" /><Relationship Type="http://schemas.openxmlformats.org/officeDocument/2006/relationships/slideLayout" Target="/ppt/slideLayouts/slideLayout5.xml" Id="R83e9c45dab1e43f6" /><Relationship Type="http://schemas.openxmlformats.org/officeDocument/2006/relationships/slideLayout" Target="/ppt/slideLayouts/slideLayout6.xml" Id="Re5f735d1747545d5" /><Relationship Type="http://schemas.openxmlformats.org/officeDocument/2006/relationships/slideLayout" Target="/ppt/slideLayouts/slideLayout7.xml" Id="R8c86b8a02adb4cc3" /><Relationship Type="http://schemas.openxmlformats.org/officeDocument/2006/relationships/slideLayout" Target="/ppt/slideLayouts/slideLayout8.xml" Id="R48584759772f4d19" /><Relationship Type="http://schemas.openxmlformats.org/officeDocument/2006/relationships/slideLayout" Target="/ppt/slideLayouts/slideLayout9.xml" Id="Rb9acccbb37ee455a" /><Relationship Type="http://schemas.openxmlformats.org/officeDocument/2006/relationships/slideLayout" Target="/ppt/slideLayouts/slideLayout10.xml" Id="Rd726a9cf846b4429" /><Relationship Type="http://schemas.openxmlformats.org/officeDocument/2006/relationships/slideLayout" Target="/ppt/slideLayouts/slideLayout11.xml" Id="R6fd6203343b147d9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009b908ffd834c8c" /><Relationship Type="http://schemas.openxmlformats.org/officeDocument/2006/relationships/slideLayout" Target="/ppt/slideLayouts/slideLayout12.xml" Id="R635ef3229ea1453f" /><Relationship Type="http://schemas.openxmlformats.org/officeDocument/2006/relationships/slideLayout" Target="/ppt/slideLayouts/slideLayout13.xml" Id="Rd4329e1a07374eac" /><Relationship Type="http://schemas.openxmlformats.org/officeDocument/2006/relationships/slideLayout" Target="/ppt/slideLayouts/slideLayout14.xml" Id="R1e42ca3216b84f52" /><Relationship Type="http://schemas.openxmlformats.org/officeDocument/2006/relationships/slideLayout" Target="/ppt/slideLayouts/slideLayout15.xml" Id="Ra3e34eef7e68400b" /><Relationship Type="http://schemas.openxmlformats.org/officeDocument/2006/relationships/slideLayout" Target="/ppt/slideLayouts/slideLayout16.xml" Id="Rbcbd62a07b5c4288" /><Relationship Type="http://schemas.openxmlformats.org/officeDocument/2006/relationships/slideLayout" Target="/ppt/slideLayouts/slideLayout17.xml" Id="R40d29c9953da440b" /><Relationship Type="http://schemas.openxmlformats.org/officeDocument/2006/relationships/slideLayout" Target="/ppt/slideLayouts/slideLayout18.xml" Id="Rd0157675b77a4fff" /><Relationship Type="http://schemas.openxmlformats.org/officeDocument/2006/relationships/slideLayout" Target="/ppt/slideLayouts/slideLayout19.xml" Id="Rdb667b2b4ca14693" /><Relationship Type="http://schemas.openxmlformats.org/officeDocument/2006/relationships/slideLayout" Target="/ppt/slideLayouts/slideLayout20.xml" Id="R9010eaf4277e49f1" /><Relationship Type="http://schemas.openxmlformats.org/officeDocument/2006/relationships/slideLayout" Target="/ppt/slideLayouts/slideLayout21.xml" Id="Rfb5ff0c45ca14cf0" /><Relationship Type="http://schemas.openxmlformats.org/officeDocument/2006/relationships/slideLayout" Target="/ppt/slideLayouts/slideLayout22.xml" Id="R8c175cc3985b4154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db919967749244c7" /><Relationship Type="http://schemas.openxmlformats.org/officeDocument/2006/relationships/slideLayout" Target="/ppt/slideLayouts/slideLayout23.xml" Id="Rcaaa38dd78844bb5" /><Relationship Type="http://schemas.openxmlformats.org/officeDocument/2006/relationships/slideLayout" Target="/ppt/slideLayouts/slideLayout24.xml" Id="R113289a5409549c7" /><Relationship Type="http://schemas.openxmlformats.org/officeDocument/2006/relationships/slideLayout" Target="/ppt/slideLayouts/slideLayout25.xml" Id="Rf9b1e23e7f854319" /><Relationship Type="http://schemas.openxmlformats.org/officeDocument/2006/relationships/slideLayout" Target="/ppt/slideLayouts/slideLayout26.xml" Id="R635cb54786384a56" /><Relationship Type="http://schemas.openxmlformats.org/officeDocument/2006/relationships/slideLayout" Target="/ppt/slideLayouts/slideLayout27.xml" Id="R07a2f87b7a654cc5" /><Relationship Type="http://schemas.openxmlformats.org/officeDocument/2006/relationships/slideLayout" Target="/ppt/slideLayouts/slideLayout28.xml" Id="R7263171bad6347e1" /><Relationship Type="http://schemas.openxmlformats.org/officeDocument/2006/relationships/slideLayout" Target="/ppt/slideLayouts/slideLayout29.xml" Id="R2b4ea14e818b4861" /><Relationship Type="http://schemas.openxmlformats.org/officeDocument/2006/relationships/slideLayout" Target="/ppt/slideLayouts/slideLayout30.xml" Id="R12d000bb78a54210" /><Relationship Type="http://schemas.openxmlformats.org/officeDocument/2006/relationships/slideLayout" Target="/ppt/slideLayouts/slideLayout31.xml" Id="Ra4d937b88cda4718" /><Relationship Type="http://schemas.openxmlformats.org/officeDocument/2006/relationships/slideLayout" Target="/ppt/slideLayouts/slideLayout32.xml" Id="R536fae8ccda84854" /><Relationship Type="http://schemas.openxmlformats.org/officeDocument/2006/relationships/slideLayout" Target="/ppt/slideLayouts/slideLayout33.xml" Id="R7f3f2208e8b644c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FF44994-DC88-F37C-27A2-015989831E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7FD5965-F88D-4EE5-688A-A9096BD4B0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10F9011-A7FF-86D7-A96B-3A7BC135A48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BC382303-8834-40FC-B0BF-EB4647EB8FA0}" type="datetimeFigureOut">
              <a:t>2026/8/14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A1F5103-27D3-F74D-32C6-C5C4436167F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C9A31C7-7E6C-F67A-6643-DACD1C4BB67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c438f74a7d44b4"/>
    <p:sldLayoutId xmlns:r="http://schemas.openxmlformats.org/officeDocument/2006/relationships" id="2147483650" r:id="R61087756bb4743ab"/>
    <p:sldLayoutId xmlns:r="http://schemas.openxmlformats.org/officeDocument/2006/relationships" id="2147483651" r:id="R71360cdedcb9492c"/>
    <p:sldLayoutId xmlns:r="http://schemas.openxmlformats.org/officeDocument/2006/relationships" id="2147483652" r:id="Rf65f325d5bd4463a"/>
    <p:sldLayoutId xmlns:r="http://schemas.openxmlformats.org/officeDocument/2006/relationships" id="2147483653" r:id="R83e9c45dab1e43f6"/>
    <p:sldLayoutId xmlns:r="http://schemas.openxmlformats.org/officeDocument/2006/relationships" id="2147483654" r:id="Re5f735d1747545d5"/>
    <p:sldLayoutId xmlns:r="http://schemas.openxmlformats.org/officeDocument/2006/relationships" id="2147483655" r:id="R8c86b8a02adb4cc3"/>
    <p:sldLayoutId xmlns:r="http://schemas.openxmlformats.org/officeDocument/2006/relationships" id="2147483656" r:id="R48584759772f4d19"/>
    <p:sldLayoutId xmlns:r="http://schemas.openxmlformats.org/officeDocument/2006/relationships" id="2147483657" r:id="Rb9acccbb37ee455a"/>
    <p:sldLayoutId xmlns:r="http://schemas.openxmlformats.org/officeDocument/2006/relationships" id="2147483658" r:id="Rd726a9cf846b4429"/>
    <p:sldLayoutId xmlns:r="http://schemas.openxmlformats.org/officeDocument/2006/relationships" id="2147483659" r:id="R6fd6203343b147d9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FE8E019-C9B4-4549-81B6-8D284736A3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4551" y="365126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102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42C30CC-7D80-43A8-A3B5-D74666F881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44551" y="1828800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029B8C2-3188-4D07-99B9-6A9D80B9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1"/>
            <a:ext cx="121920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FD3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14" name="矩形 17">
            <a:extLst xmlns:a="http://schemas.openxmlformats.org/drawingml/2006/main">
              <a:ext uri="{FF2B5EF4-FFF2-40B4-BE49-F238E27FC236}">
                <a16:creationId xmlns:a16="http://schemas.microsoft.com/office/drawing/2014/main" id="{55DB6FBA-7C70-4CD2-86C3-056B02D0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00" y="6553201"/>
            <a:ext cx="2921000" cy="315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370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15" name="直角三角形 15">
            <a:extLst xmlns:a="http://schemas.openxmlformats.org/drawingml/2006/main">
              <a:ext uri="{FF2B5EF4-FFF2-40B4-BE49-F238E27FC236}">
                <a16:creationId xmlns:a16="http://schemas.microsoft.com/office/drawing/2014/main" id="{ED2B6AF7-4D9E-4EA9-AA4E-64B44A78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117218">
            <a:off x="9014885" y="6351589"/>
            <a:ext cx="622300" cy="40798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0C86B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635ef3229ea1453f"/>
    <p:sldLayoutId xmlns:r="http://schemas.openxmlformats.org/officeDocument/2006/relationships" id="2147483662" r:id="Rd4329e1a07374eac"/>
    <p:sldLayoutId xmlns:r="http://schemas.openxmlformats.org/officeDocument/2006/relationships" id="2147483663" r:id="R1e42ca3216b84f52"/>
    <p:sldLayoutId xmlns:r="http://schemas.openxmlformats.org/officeDocument/2006/relationships" id="2147483664" r:id="Ra3e34eef7e68400b"/>
    <p:sldLayoutId xmlns:r="http://schemas.openxmlformats.org/officeDocument/2006/relationships" id="2147483665" r:id="Rbcbd62a07b5c4288"/>
    <p:sldLayoutId xmlns:r="http://schemas.openxmlformats.org/officeDocument/2006/relationships" id="2147483666" r:id="R40d29c9953da440b"/>
    <p:sldLayoutId xmlns:r="http://schemas.openxmlformats.org/officeDocument/2006/relationships" id="2147483667" r:id="Rd0157675b77a4fff"/>
    <p:sldLayoutId xmlns:r="http://schemas.openxmlformats.org/officeDocument/2006/relationships" id="2147483668" r:id="Rdb667b2b4ca14693"/>
    <p:sldLayoutId xmlns:r="http://schemas.openxmlformats.org/officeDocument/2006/relationships" id="2147483669" r:id="R9010eaf4277e49f1"/>
    <p:sldLayoutId xmlns:r="http://schemas.openxmlformats.org/officeDocument/2006/relationships" id="2147483670" r:id="Rfb5ff0c45ca14cf0"/>
    <p:sldLayoutId xmlns:r="http://schemas.openxmlformats.org/officeDocument/2006/relationships" id="2147483671" r:id="R8c175cc3985b4154"/>
  </p:sldLayoutIdLst>
  <p:hf sldNum="0" hdr="0" ftr="0"/>
  <p:txStyles>
    <p:titleStyle>
      <a:lvl1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 kern="1200">
          <a:solidFill>
            <a:schemeClr val="tx1"/>
          </a:solidFill>
          <a:latin typeface="+mj-lt"/>
          <a:ea typeface="+mj-lt"/>
          <a:cs typeface="+mj-lt"/>
        </a:defRPr>
      </a:lvl1pPr>
      <a:lvl2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4572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9144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3716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18288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171450" indent="-171450" algn="l" defTabSz="685800">
        <a:lnSpc>
          <a:spcPct val="90000"/>
        </a:lnSpc>
        <a:spcBef>
          <a:spcPts val="750"/>
        </a:spcBef>
        <a:spcAft>
          <a:spcPct val="0"/>
        </a:spcAft>
        <a:buFont typeface="Wingdings 2"/>
        <a:buChar char=""/>
        <a:defRPr sz="21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143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572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sz="15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2001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sz="13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5430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sz="13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8859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288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5717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6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07DA298F-9DC2-4212-A429-7B85B23048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BD8B928-7DD3-4817-ACB5-5B7CB5926E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8685A06-1BA5-4A68-A2AC-6556216384C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880D8B0-E5CE-400F-8448-A6AD0C98878F}" type="datetimeFigureOut">
              <a:t>2026/8/14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F29B277-D4C2-492E-804A-C9B6ECD4289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97DF7B2-1EB1-45E8-BA4A-BDB55AEDE23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C269C79-5E32-4F7B-AE1F-A1F7C075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1"/>
            <a:ext cx="121920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FD3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8" name="矩形 17">
            <a:extLst xmlns:a="http://schemas.openxmlformats.org/drawingml/2006/main">
              <a:ext uri="{FF2B5EF4-FFF2-40B4-BE49-F238E27FC236}">
                <a16:creationId xmlns:a16="http://schemas.microsoft.com/office/drawing/2014/main" id="{CC7F1AD6-97B1-41AE-9E3E-0270A84B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00" y="6553201"/>
            <a:ext cx="2921000" cy="315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370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9" name="直角三角形 15">
            <a:extLst xmlns:a="http://schemas.openxmlformats.org/drawingml/2006/main">
              <a:ext uri="{FF2B5EF4-FFF2-40B4-BE49-F238E27FC236}">
                <a16:creationId xmlns:a16="http://schemas.microsoft.com/office/drawing/2014/main" id="{17E5A493-B8FF-49C5-BC13-7F854953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117218">
            <a:off x="9014885" y="6351589"/>
            <a:ext cx="622300" cy="40798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0C86B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3" r:id="Rcaaa38dd78844bb5"/>
    <p:sldLayoutId xmlns:r="http://schemas.openxmlformats.org/officeDocument/2006/relationships" id="2147483674" r:id="R113289a5409549c7"/>
    <p:sldLayoutId xmlns:r="http://schemas.openxmlformats.org/officeDocument/2006/relationships" id="2147483675" r:id="Rf9b1e23e7f854319"/>
    <p:sldLayoutId xmlns:r="http://schemas.openxmlformats.org/officeDocument/2006/relationships" id="2147483676" r:id="R635cb54786384a56"/>
    <p:sldLayoutId xmlns:r="http://schemas.openxmlformats.org/officeDocument/2006/relationships" id="2147483677" r:id="R07a2f87b7a654cc5"/>
    <p:sldLayoutId xmlns:r="http://schemas.openxmlformats.org/officeDocument/2006/relationships" id="2147483678" r:id="R7263171bad6347e1"/>
    <p:sldLayoutId xmlns:r="http://schemas.openxmlformats.org/officeDocument/2006/relationships" id="2147483679" r:id="R2b4ea14e818b4861"/>
    <p:sldLayoutId xmlns:r="http://schemas.openxmlformats.org/officeDocument/2006/relationships" id="2147483680" r:id="R12d000bb78a54210"/>
    <p:sldLayoutId xmlns:r="http://schemas.openxmlformats.org/officeDocument/2006/relationships" id="2147483681" r:id="Ra4d937b88cda4718"/>
    <p:sldLayoutId xmlns:r="http://schemas.openxmlformats.org/officeDocument/2006/relationships" id="2147483682" r:id="R536fae8ccda84854"/>
    <p:sldLayoutId xmlns:r="http://schemas.openxmlformats.org/officeDocument/2006/relationships" id="2147483683" r:id="R7f3f2208e8b644c3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02f71751944e5d" /><Relationship Type="http://schemas.openxmlformats.org/officeDocument/2006/relationships/image" Target="/ppt/media/image.jpeg" Id="R1eb7e66bc15a4787" /><Relationship Type="http://schemas.openxmlformats.org/officeDocument/2006/relationships/notesSlide" Target="/ppt/notesSlides/notesSlide1.xml" Id="R59f39a85e5d147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6991cd9eb74427" /><Relationship Type="http://schemas.openxmlformats.org/officeDocument/2006/relationships/image" Target="/ppt/media/image.png" Id="Rebb097bcfe714a70" /><Relationship Type="http://schemas.openxmlformats.org/officeDocument/2006/relationships/notesSlide" Target="/ppt/notesSlides/notesSlide2.xml" Id="R7f0f39603eed45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534cad5ac4dd4cff" /><Relationship Type="http://schemas.openxmlformats.org/officeDocument/2006/relationships/image" Target="/ppt/media/image.png" Id="R6d141ea668b043a5" /><Relationship Type="http://schemas.openxmlformats.org/officeDocument/2006/relationships/notesSlide" Target="/ppt/notesSlides/notesSlide3.xml" Id="Rd022f400888743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0d44a9c33aab4d4d" /><Relationship Type="http://schemas.openxmlformats.org/officeDocument/2006/relationships/image" Target="/ppt/media/image.png" Id="Rfee991e0ca0a4aba" /><Relationship Type="http://schemas.openxmlformats.org/officeDocument/2006/relationships/notesSlide" Target="/ppt/notesSlides/notesSlide4.xml" Id="R48f23add81a441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7e8f88b592cb4a44" /><Relationship Type="http://schemas.openxmlformats.org/officeDocument/2006/relationships/image" Target="/ppt/media/image2.png" Id="R04f440ac73b04069" /><Relationship Type="http://schemas.openxmlformats.org/officeDocument/2006/relationships/notesSlide" Target="/ppt/notesSlides/notesSlide5.xml" Id="Rd9c628c25f3b4a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74771b4107054993" /><Relationship Type="http://schemas.openxmlformats.org/officeDocument/2006/relationships/image" Target="/ppt/media/image.png" Id="R860b9e43e7d24910" /><Relationship Type="http://schemas.openxmlformats.org/officeDocument/2006/relationships/image" Target="/ppt/media/image3.png" Id="Rab8237532a8e4080" /><Relationship Type="http://schemas.openxmlformats.org/officeDocument/2006/relationships/notesSlide" Target="/ppt/notesSlides/notesSlide6.xml" Id="R14999ac146954b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3b7fc87aff480e" /><Relationship Type="http://schemas.openxmlformats.org/officeDocument/2006/relationships/image" Target="/ppt/media/image.png" Id="Rf7418a2740ef4205" /><Relationship Type="http://schemas.openxmlformats.org/officeDocument/2006/relationships/image" Target="/ppt/media/image4.png" Id="R7a6f42fbba194dcb" /><Relationship Type="http://schemas.openxmlformats.org/officeDocument/2006/relationships/notesSlide" Target="/ppt/notesSlides/notesSlide7.xml" Id="Rd8114a58cf554f0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312214F3-11CF-49CE-B571-8F3EDE12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096" y="5676425"/>
            <a:ext cx="7800885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400" b="1">
                <a:solidFill>
                  <a:schemeClr val="bg1"/>
                </a:solidFill>
                <a:latin typeface="腾讯体"/>
                <a:ea typeface="腾讯体"/>
                <a:cs typeface="腾讯体"/>
              </a:rPr>
              <a:t>腾讯游戏魔方工作室群</a:t>
            </a: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E8BB8BF3-0A5B-4933-8BCD-24F61058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333" y="5900156"/>
            <a:ext cx="3709051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600" spc="100">
                <a:solidFill>
                  <a:schemeClr val="bg1"/>
                </a:solidFill>
                <a:latin typeface="腾讯体"/>
                <a:ea typeface="腾讯体"/>
                <a:cs typeface="腾讯体"/>
              </a:rPr>
              <a:t>——校招宣讲会</a:t>
            </a:r>
          </a:p>
        </p:txBody>
      </p:sp>
      <p:pic>
        <p:nvPicPr>
          <p:cNvPr id="10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b7e66bc15a47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副标题 2">
            <a:extLst xmlns:a="http://schemas.openxmlformats.org/drawingml/2006/main">
              <a:ext uri="{FF2B5EF4-FFF2-40B4-BE49-F238E27FC236}">
                <a16:creationId xmlns:a16="http://schemas.microsoft.com/office/drawing/2014/main" id="{ED93F1E4-FCBB-F67A-81E2-C9A6C806F2E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12195" y="2662030"/>
            <a:ext cx="9072465" cy="2495664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答辩人：张聪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岗位：技术策划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实习小组：火影忍者项目组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导师：phynoluo（罗斯颖）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直接leader：loynliu（刘荃）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入职时间：2026-06-09</a:t>
            </a:r>
          </a:p>
        </p:txBody>
      </p:sp>
    </p:spTree>
    <p:extLst>
      <p:ext uri="{BB962C8B-B14F-4D97-AF65-F5344CB8AC3E}">
        <p14:creationId xmlns:p14="http://schemas.microsoft.com/office/powerpoint/2010/main" val="12432435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b097bcfe714a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B09104B0-6DD8-D013-DB87-8D63F7B3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65" y="920777"/>
            <a:ext cx="11075259" cy="35394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目录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自我介绍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命题研究展示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项目组实习成果展示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</p:txBody>
      </p:sp>
    </p:spTree>
    <p:extLst>
      <p:ext uri="{BB962C8B-B14F-4D97-AF65-F5344CB8AC3E}">
        <p14:creationId xmlns:p14="http://schemas.microsoft.com/office/powerpoint/2010/main" val="195319226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141ea668b043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E8BBE150-E8D5-4686-B125-3A80E0AE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90" y="3429000"/>
            <a:ext cx="9699171" cy="25853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莉莉丝｜Unity 技术策划（关卡）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
• 推动关卡 / NPC 编辑器与动物玩法工具链落地
• 建设资源检索、配置 ID 与对话内容生产流程
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腾讯 天美J1｜Unity 客户端 → UE 技术策划（战斗）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
• 负责 3C 镜头、物理交互与 UI 开发
• 搭建英雄 Ability Pipeline，推进技能配置自动化</a:t>
            </a:r>
            <a:endParaRPr sz="1800" b="0" i="0" kern="1200" cap="none" spc="0" baseline="0">
              <a:ln>
                <a:noFill/>
              </a:ln>
              <a:solidFill>
                <a:schemeClr val="bg1"/>
              </a:solidFill>
              <a:latin typeface="腾讯体 W3"/>
              <a:ea typeface="腾讯体 W3"/>
              <a:cs typeface="腾讯体 W3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57C17B49-75B9-4822-BD3B-2B4ADD7F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90" y="839755"/>
            <a:ext cx="792169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学历背景：</a:t>
            </a: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29C95150-BCA0-865E-A29B-7B384392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90" y="1533570"/>
            <a:ext cx="613864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清华大学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｜互动媒体设计与技术硕士
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华中科技大学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｜自动化学士</a:t>
            </a:r>
            <a:endParaRPr/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9EBA3063-13DA-7F7A-C1DC-8187BFFF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036" y="2651541"/>
            <a:ext cx="609669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实习背景：</a:t>
            </a:r>
          </a:p>
        </p:txBody>
      </p:sp>
    </p:spTree>
    <p:extLst>
      <p:ext uri="{BB962C8B-B14F-4D97-AF65-F5344CB8AC3E}">
        <p14:creationId xmlns:p14="http://schemas.microsoft.com/office/powerpoint/2010/main" val="211449401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e991e0ca0a4a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C6982EC5-667F-484A-8B1D-5A16C094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33" y="266100"/>
            <a:ext cx="10399086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破映</a:t>
            </a:r>
            <a:endParaRPr sz="3200" b="1" i="0" u="none" cap="none" spc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56FAFA2-EF6D-3C49-A154-23F33354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7" y="1352550"/>
            <a:ext cx="5219700" cy="611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  <a:defRPr sz="1875">
                <a:solidFill>
                  <a:srgbClr val="FFFFFF"/>
                </a:solidFill>
              </a:defRPr>
            </a:pPr>
            <a:r>
              <a:rPr sz="1875" b="1" i="0" u="none" cap="none" spc="0">
                <a:ln>
                  <a:noFill/>
                </a:ln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【游戏类型】2D 横版动作冒险</a:t>
            </a:r>
            <a:endParaRPr sz="2000" b="1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0" marR="0" lvl="1" indent="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Tx/>
              <a:buNone/>
              <a:defRPr sz="1875">
                <a:solidFill>
                  <a:srgbClr val="FFFFFF"/>
                </a:solidFill>
              </a:defRPr>
            </a:pPr>
            <a:r>
              <a:rPr sz="1875" b="0" i="0" u="none" cap="none" spc="0">
                <a:ln>
                  <a:noFill/>
                </a:ln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类银河城成长 × 轻度 Roguelite × 高机动战斗</a:t>
            </a:r>
            <a:endParaRPr sz="2000" b="0" i="0" u="none" cap="none" spc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0" marR="0" lvl="1" indent="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Tx/>
              <a:buNone/>
            </a:pPr>
            <a:r>
              <a:t/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  <a:defRPr sz="1875">
                <a:solidFill>
                  <a:srgbClr val="FFFFFF"/>
                </a:solidFill>
              </a:defRPr>
            </a:pPr>
            <a:r>
              <a:rPr sz="1875" b="1" i="0" u="none" cap="none" spc="0">
                <a:ln>
                  <a:noFill/>
                </a:ln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【核心玩法】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  <a:defRPr sz="1875">
                <a:solidFill>
                  <a:srgbClr val="FFFFFF"/>
                </a:solidFill>
              </a:defRPr>
            </a:pPr>
            <a:r>
              <a:rPr sz="1875" b="0" i="0" u="none" cap="none" spc="0">
                <a:ln>
                  <a:noFill/>
                </a:ln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现实推进 → 镜像挑战 → 击败自我 → 夺回能力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/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  <a:defRPr sz="1875">
                <a:solidFill>
                  <a:srgbClr val="FFFFFF"/>
                </a:solidFill>
              </a:defRPr>
            </a:pPr>
            <a:r>
              <a:rPr sz="1875" b="0" i="0" u="none" cap="none" spc="0">
                <a:ln>
                  <a:noFill/>
                </a:ln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【成长路径】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  <a:defRPr sz="1875">
                <a:solidFill>
                  <a:srgbClr val="FFFFFF"/>
                </a:solidFill>
              </a:defRPr>
            </a:pPr>
            <a:r>
              <a:rPr sz="1875" b="0" i="0" u="none" cap="none" spc="0">
                <a:ln>
                  <a:noFill/>
                </a:ln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Boss 解锁核心能力 → 关末强化 → 组合能力挑战终局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82680843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f440ac73b04069"/>
          <a:srcRect xmlns:a="http://schemas.openxmlformats.org/drawingml/2006/main" l="0" t="764" r="0" b="7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2565" y="1304487"/>
            <a:ext cx="7203348" cy="4051883"/>
          </a:xfrm>
          <a:prstGeom xmlns:a="http://schemas.openxmlformats.org/drawingml/2006/main" prst="rect">
            <a:avLst/>
          </a:prstGeom>
        </p:spPr>
      </p:pic>
      <p:sp>
        <p:nvSpPr>
          <p:cNvPr id="5" name="combat-editor-title">
            <a:extLst xmlns:a="http://schemas.openxmlformats.org/drawingml/2006/main">
              <a:ext uri="{FF2B5EF4-FFF2-40B4-BE49-F238E27FC236}">
                <a16:creationId xmlns:a16="http://schemas.microsoft.com/office/drawing/2014/main" id="{08840BBA-2B42-405B-9254-C43A7306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65" y="2667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战斗编辑器：连招、参数、预览一体化</a:t>
            </a:r>
          </a:p>
        </p:txBody>
      </p:sp>
      <p:sp>
        <p:nvSpPr>
          <p:cNvPr id="6" name="combat-editor-capabilities">
            <a:extLst xmlns:a="http://schemas.openxmlformats.org/drawingml/2006/main">
              <a:ext uri="{FF2B5EF4-FFF2-40B4-BE49-F238E27FC236}">
                <a16:creationId xmlns:a16="http://schemas.microsoft.com/office/drawing/2014/main" id="{BAE3CDE8-5573-4787-BFD6-6E8F424B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65" y="615315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节点编排连招｜逐帧配置判定与反馈｜TestGym</a:t>
            </a:r>
            <a:r>
              <a:rPr sz="1575">
                <a:solidFill>
                  <a:srgbClr val="FFFFFF"/>
                </a:solidFill>
              </a:rPr>
              <a:t> </a:t>
            </a:r>
            <a:r>
              <a:rPr sz="1575">
                <a:solidFill>
                  <a:srgbClr val="FFFFFF"/>
                </a:solidFill>
              </a:rPr>
              <a:t>运行时预览</a:t>
            </a:r>
            <a:endParaRPr sz="1575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610727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0b9e43e7d249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05AFBA93-23B3-42D8-A3D0-988C2143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610" y="1151300"/>
            <a:ext cx="9638522" cy="48320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看得懂】AI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可执行的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PRD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l"/>
            </a:pPr>
            <a:r>
              <a:rPr sz="20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工具卡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PRD：写清目标、边界、规则、职责与验收，让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AI 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按设计实现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</a:t>
            </a: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接得上】项目上下文管理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索引、大纲、专项文档与交接记录全部沉淀在项目仓库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WorkBuddy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与 Codex 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可以随时读档接手</a:t>
            </a:r>
            <a:endParaRPr sz="2000" b="0" i="0" u="none" cap="none" spc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做得出】AI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动画生产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Skill</a:t>
            </a: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固定骨架、根节点、比例与调色板，生成后完成对齐、验证、切片与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 Unity 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接入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bg1"/>
              </a:solidFill>
              <a:latin typeface="腾讯体 W3"/>
              <a:ea typeface="腾讯体 W3"/>
              <a:cs typeface="腾讯体 W3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C6982EC5-667F-484A-8B1D-5A16C094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610" y="335548"/>
            <a:ext cx="8532845" cy="10772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3 . AI 在游戏项目中的应用</a:t>
            </a:r>
            <a:endParaRPr sz="32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3200" b="0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</p:txBody>
      </p:sp>
      <p:pic>
        <p:nvPicPr>
          <p:cNvPr id="9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8237532a8e4080"/>
          <a:srcRect xmlns:a="http://schemas.openxmlformats.org/drawingml/2006/main" l="0" t="5659" r="6133" b="75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11538" y="2441197"/>
            <a:ext cx="4793776" cy="205949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10727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418a2740ef42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340834C-587D-46A7-A384-CCA113FC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52400"/>
            <a:ext cx="1219200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6f42fbba194d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71205" y="4888865"/>
            <a:ext cx="2782570" cy="129667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28B0BFE-C734-48CD-9CE2-A75F60DB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3288030"/>
            <a:ext cx="2921170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400" b="1">
                <a:solidFill>
                  <a:schemeClr val="accent1">
                    <a:lumMod val="60000"/>
                    <a:lumOff val="40000"/>
                  </a:schemeClr>
                </a:solidFill>
                <a:latin typeface="腾讯体"/>
                <a:ea typeface="腾讯体"/>
                <a:cs typeface="腾讯体"/>
              </a:rPr>
              <a:t>THANKS</a:t>
            </a:r>
            <a:endParaRPr sz="440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0535058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2026-08-14T06:18:57.1330000Z</dcterms:created>
  <dcterms:modified xsi:type="dcterms:W3CDTF">2026-08-14T06:18:57.1330000Z</dcterms:modified>
</coreProperties>
</file>