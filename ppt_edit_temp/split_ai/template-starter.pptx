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e1a001ce54bf9" /><Relationship Type="http://schemas.openxmlformats.org/officeDocument/2006/relationships/extended-properties" Target="/docProps/app.xml" Id="R48a6a84fc59e4c61" /><Relationship Type="http://schemas.openxmlformats.org/officeDocument/2006/relationships/officeDocument" Target="/ppt/presentation.xml" Id="R5fabb13b3fb24e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41904df6844eb"/>
    <p:sldMasterId xmlns:r="http://schemas.openxmlformats.org/officeDocument/2006/relationships" id="2147483660" r:id="R1f6e5ce2a54d450e"/>
    <p:sldMasterId xmlns:r="http://schemas.openxmlformats.org/officeDocument/2006/relationships" id="2147483672" r:id="R3e8728e64e7c436e"/>
  </p:sldMasterIdLst>
  <p:notesMasterIdLst>
    <p:notesMasterId xmlns:r="http://schemas.openxmlformats.org/officeDocument/2006/relationships" r:id="Ra7fd7b2b8cf240da"/>
  </p:notesMasterIdLst>
  <p:sldIdLst>
    <p:sldId xmlns:r="http://schemas.openxmlformats.org/officeDocument/2006/relationships" id="256" r:id="R55b9bd3e56054d50"/>
    <p:sldId xmlns:r="http://schemas.openxmlformats.org/officeDocument/2006/relationships" id="257" r:id="Rcefe5f056913473a"/>
    <p:sldId xmlns:r="http://schemas.openxmlformats.org/officeDocument/2006/relationships" id="258" r:id="R64e9df3b2e1f4004"/>
    <p:sldId xmlns:r="http://schemas.openxmlformats.org/officeDocument/2006/relationships" id="259" r:id="R411a5a352d5947c8"/>
    <p:sldId xmlns:r="http://schemas.openxmlformats.org/officeDocument/2006/relationships" id="260" r:id="R9491ac13f1f24877"/>
    <p:sldId xmlns:r="http://schemas.openxmlformats.org/officeDocument/2006/relationships" id="261" r:id="R9281fb2d00fc4c11"/>
    <p:sldId xmlns:r="http://schemas.openxmlformats.org/officeDocument/2006/relationships" id="262" r:id="R8380b6f4e8084840"/>
    <p:sldId xmlns:r="http://schemas.openxmlformats.org/officeDocument/2006/relationships" id="263" r:id="R19cda56519724a72"/>
    <p:sldId xmlns:r="http://schemas.openxmlformats.org/officeDocument/2006/relationships" id="264" r:id="R011a82b9da2d4c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bf0e7ec5c4ce4" /><Relationship Type="http://schemas.openxmlformats.org/officeDocument/2006/relationships/slideMaster" Target="/ppt/slideMasters/slideMaster1.xml" Id="R6f941904df6844eb" /><Relationship Type="http://schemas.openxmlformats.org/officeDocument/2006/relationships/slideMaster" Target="/ppt/slideMasters/slideMaster2.xml" Id="R1f6e5ce2a54d450e" /><Relationship Type="http://schemas.openxmlformats.org/officeDocument/2006/relationships/slideMaster" Target="/ppt/slideMasters/slideMaster3.xml" Id="R3e8728e64e7c436e" /><Relationship Type="http://schemas.openxmlformats.org/officeDocument/2006/relationships/notesMaster" Target="/ppt/notesMasters/notesMaster1.xml" Id="Ra7fd7b2b8cf240da" /><Relationship Type="http://schemas.openxmlformats.org/officeDocument/2006/relationships/presProps" Target="/ppt/presProps.xml" Id="R79d3213038da49de" /><Relationship Type="http://schemas.openxmlformats.org/officeDocument/2006/relationships/viewProps" Target="/ppt/viewProps.xml" Id="Rb0f2d1257cb449a1" /><Relationship Type="http://schemas.openxmlformats.org/officeDocument/2006/relationships/tableStyles" Target="/ppt/tableStyles.xml" Id="Rf9983a823c884a60" /><Relationship Type="http://schemas.openxmlformats.org/officeDocument/2006/relationships/slide" Target="/ppt/slides/slide1.xml" Id="R55b9bd3e56054d50" /><Relationship Type="http://schemas.openxmlformats.org/officeDocument/2006/relationships/slide" Target="/ppt/slides/slide2.xml" Id="Rcefe5f056913473a" /><Relationship Type="http://schemas.openxmlformats.org/officeDocument/2006/relationships/slide" Target="/ppt/slides/slide3.xml" Id="R64e9df3b2e1f4004" /><Relationship Type="http://schemas.openxmlformats.org/officeDocument/2006/relationships/slide" Target="/ppt/slides/slide4.xml" Id="R411a5a352d5947c8" /><Relationship Type="http://schemas.openxmlformats.org/officeDocument/2006/relationships/slide" Target="/ppt/slides/slide5.xml" Id="R9491ac13f1f24877" /><Relationship Type="http://schemas.openxmlformats.org/officeDocument/2006/relationships/slide" Target="/ppt/slides/slide6.xml" Id="R9281fb2d00fc4c11" /><Relationship Type="http://schemas.openxmlformats.org/officeDocument/2006/relationships/slide" Target="/ppt/slides/slide7.xml" Id="R8380b6f4e8084840" /><Relationship Type="http://schemas.openxmlformats.org/officeDocument/2006/relationships/slide" Target="/ppt/slides/slide8.xml" Id="R19cda56519724a72" /><Relationship Type="http://schemas.openxmlformats.org/officeDocument/2006/relationships/slide" Target="/ppt/slides/slide9.xml" Id="R011a82b9da2d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812252b9220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dadcc72a32432b" /><Relationship Type="http://schemas.openxmlformats.org/officeDocument/2006/relationships/notesMaster" Target="/ppt/notesMasters/notesMaster1.xml" Id="R596c3505d04e46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4483490b9447c" /><Relationship Type="http://schemas.openxmlformats.org/officeDocument/2006/relationships/notesMaster" Target="/ppt/notesMasters/notesMaster1.xml" Id="Rbd1d4c2eca08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03342d0a84853" /><Relationship Type="http://schemas.openxmlformats.org/officeDocument/2006/relationships/notesMaster" Target="/ppt/notesMasters/notesMaster1.xml" Id="R2f07d7bb834e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c38835c6544d21" /><Relationship Type="http://schemas.openxmlformats.org/officeDocument/2006/relationships/notesMaster" Target="/ppt/notesMasters/notesMaster1.xml" Id="R3f3df94b9049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4e26a86c834053" /><Relationship Type="http://schemas.openxmlformats.org/officeDocument/2006/relationships/notesMaster" Target="/ppt/notesMasters/notesMaster1.xml" Id="R60893c171f88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524878bbc84d68" /><Relationship Type="http://schemas.openxmlformats.org/officeDocument/2006/relationships/notesMaster" Target="/ppt/notesMasters/notesMaster1.xml" Id="R222aec3ffd964f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94bcf476c4778" /><Relationship Type="http://schemas.openxmlformats.org/officeDocument/2006/relationships/notesMaster" Target="/ppt/notesMasters/notesMaster1.xml" Id="R8bf611a574d041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bf1bcdc1f449c7" /><Relationship Type="http://schemas.openxmlformats.org/officeDocument/2006/relationships/notesMaster" Target="/ppt/notesMasters/notesMaster1.xml" Id="R173b3e91922047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4efc02ec334187" /><Relationship Type="http://schemas.openxmlformats.org/officeDocument/2006/relationships/notesMaster" Target="/ppt/notesMasters/notesMaster1.xml" Id="R34c733728d0f4c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Docs/Project/MirrorTrial_iWiki_Rewrite.md</a:t>
            </a:r>
          </a:p>
          <a:p xmlns:a="http://schemas.openxmlformats.org/drawingml/2006/main">
            <a:r>
              <a:t>- Docs/Project/MirrorTrial_ImplementationPlan.md</a:t>
            </a:r>
          </a:p>
          <a:p xmlns:a="http://schemas.openxmlformats.org/drawingml/2006/main">
            <a:r>
              <a:t>- Docs/Level/生命精华系统_完整实现说明.md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original illustration: assets/mirror-loop-concept.png</a:t>
            </a:r>
          </a:p>
          <a:p xmlns:a="http://schemas.openxmlformats.org/drawingml/2006/main">
            <a:r>
              <a:t>- Generated with the built-in image generation tool;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用户提供：codex-clipboard-3af23637-e6c0-47fe-ab61-bc9a3b1338bc.png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讲解要点：</a:t>
            </a:r>
          </a:p>
          <a:p xmlns:a="http://schemas.openxmlformats.org/drawingml/2006/main">
            <a:r>
              <a:t>1. 连招图：招式作为节点，点按、长按、松开与状态条件作为连线。</a:t>
            </a:r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</a:p>
          <a:p xmlns:a="http://schemas.openxmlformats.org/drawingml/2006/main">
            <a:r>
              <a:t>3. 运行时预览：TestGym 模拟输入、同步编辑数据，并高亮当前节点与连线。</a:t>
            </a:r>
          </a:p>
          <a:p xmlns:a="http://schemas.openxmlformats.org/drawingml/2006/main">
            <a:r>
              <a:t>4. 核心价值：策划可以直接调配置并验证战斗手感，减少反复修改代码。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5b4b6a80542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c4c07cc6749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21bd990dc47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31ce708ed4c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ee5c15e824f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d4e9f793945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45d3581d84d4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c8659b2fa41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3211a62294d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e7758fb3241a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9bf77058b49f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3b8811a3ea4cb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f553990c7f4a1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8a69abc2f840f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60455b96ab4a1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36bbbcbf71457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a5ed1ee78b48f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f3d0f53a13416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9590c68f26493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672620315a43e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98f6385b144df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6f86d97ad340e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7eae8b79ce46a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e9395c9dbf4fb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d6615517572432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6faa57bf06459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78f1a97320d4eb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e71448e0ac434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7fa0bf83b649c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7611e43b0a488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176a1930304c5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2f4cbe2a7d406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acdf91f3bf04b3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9b3cbe51e54082" /><Relationship Type="http://schemas.openxmlformats.org/officeDocument/2006/relationships/slideLayout" Target="/ppt/slideLayouts/slideLayout1.xml" Id="R14805cc686674ea0" /><Relationship Type="http://schemas.openxmlformats.org/officeDocument/2006/relationships/slideLayout" Target="/ppt/slideLayouts/slideLayout2.xml" Id="R38a3dcab2e064c9f" /><Relationship Type="http://schemas.openxmlformats.org/officeDocument/2006/relationships/slideLayout" Target="/ppt/slideLayouts/slideLayout3.xml" Id="Rceabde423efd448b" /><Relationship Type="http://schemas.openxmlformats.org/officeDocument/2006/relationships/slideLayout" Target="/ppt/slideLayouts/slideLayout4.xml" Id="R3e8bb71d4c504de5" /><Relationship Type="http://schemas.openxmlformats.org/officeDocument/2006/relationships/slideLayout" Target="/ppt/slideLayouts/slideLayout5.xml" Id="R8b803702aefd45b8" /><Relationship Type="http://schemas.openxmlformats.org/officeDocument/2006/relationships/slideLayout" Target="/ppt/slideLayouts/slideLayout6.xml" Id="Re3f4c91f39904a8f" /><Relationship Type="http://schemas.openxmlformats.org/officeDocument/2006/relationships/slideLayout" Target="/ppt/slideLayouts/slideLayout7.xml" Id="R48cbbf85b14f42b2" /><Relationship Type="http://schemas.openxmlformats.org/officeDocument/2006/relationships/slideLayout" Target="/ppt/slideLayouts/slideLayout8.xml" Id="R1373e04dfd5a45a8" /><Relationship Type="http://schemas.openxmlformats.org/officeDocument/2006/relationships/slideLayout" Target="/ppt/slideLayouts/slideLayout9.xml" Id="R161bd188a593424a" /><Relationship Type="http://schemas.openxmlformats.org/officeDocument/2006/relationships/slideLayout" Target="/ppt/slideLayouts/slideLayout10.xml" Id="R2f284dd2e8ca454d" /><Relationship Type="http://schemas.openxmlformats.org/officeDocument/2006/relationships/slideLayout" Target="/ppt/slideLayouts/slideLayout11.xml" Id="Ra8c0b07adc43480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5b874624a934329" /><Relationship Type="http://schemas.openxmlformats.org/officeDocument/2006/relationships/slideLayout" Target="/ppt/slideLayouts/slideLayout12.xml" Id="R971cd68ce62b4b5e" /><Relationship Type="http://schemas.openxmlformats.org/officeDocument/2006/relationships/slideLayout" Target="/ppt/slideLayouts/slideLayout13.xml" Id="R9763718cc80347cf" /><Relationship Type="http://schemas.openxmlformats.org/officeDocument/2006/relationships/slideLayout" Target="/ppt/slideLayouts/slideLayout14.xml" Id="Rc9672fe59a134670" /><Relationship Type="http://schemas.openxmlformats.org/officeDocument/2006/relationships/slideLayout" Target="/ppt/slideLayouts/slideLayout15.xml" Id="R8e0f2a965c804434" /><Relationship Type="http://schemas.openxmlformats.org/officeDocument/2006/relationships/slideLayout" Target="/ppt/slideLayouts/slideLayout16.xml" Id="R461a1d70d80c400e" /><Relationship Type="http://schemas.openxmlformats.org/officeDocument/2006/relationships/slideLayout" Target="/ppt/slideLayouts/slideLayout17.xml" Id="R9651ed9968e840dd" /><Relationship Type="http://schemas.openxmlformats.org/officeDocument/2006/relationships/slideLayout" Target="/ppt/slideLayouts/slideLayout18.xml" Id="R7c130df7a66d4d9a" /><Relationship Type="http://schemas.openxmlformats.org/officeDocument/2006/relationships/slideLayout" Target="/ppt/slideLayouts/slideLayout19.xml" Id="R338706daf1014537" /><Relationship Type="http://schemas.openxmlformats.org/officeDocument/2006/relationships/slideLayout" Target="/ppt/slideLayouts/slideLayout20.xml" Id="R66af06215fb54f18" /><Relationship Type="http://schemas.openxmlformats.org/officeDocument/2006/relationships/slideLayout" Target="/ppt/slideLayouts/slideLayout21.xml" Id="R2b500f7da0824b3a" /><Relationship Type="http://schemas.openxmlformats.org/officeDocument/2006/relationships/slideLayout" Target="/ppt/slideLayouts/slideLayout22.xml" Id="Rcb823a969bdd493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955450bda5c4cc8" /><Relationship Type="http://schemas.openxmlformats.org/officeDocument/2006/relationships/slideLayout" Target="/ppt/slideLayouts/slideLayout23.xml" Id="R138898a19a134451" /><Relationship Type="http://schemas.openxmlformats.org/officeDocument/2006/relationships/slideLayout" Target="/ppt/slideLayouts/slideLayout24.xml" Id="R767e9e9b98d648e8" /><Relationship Type="http://schemas.openxmlformats.org/officeDocument/2006/relationships/slideLayout" Target="/ppt/slideLayouts/slideLayout25.xml" Id="Re732a12d3ac146f8" /><Relationship Type="http://schemas.openxmlformats.org/officeDocument/2006/relationships/slideLayout" Target="/ppt/slideLayouts/slideLayout26.xml" Id="R86bcbc89fca94477" /><Relationship Type="http://schemas.openxmlformats.org/officeDocument/2006/relationships/slideLayout" Target="/ppt/slideLayouts/slideLayout27.xml" Id="R4a2804e3df684561" /><Relationship Type="http://schemas.openxmlformats.org/officeDocument/2006/relationships/slideLayout" Target="/ppt/slideLayouts/slideLayout28.xml" Id="R6a9a9694c8de4572" /><Relationship Type="http://schemas.openxmlformats.org/officeDocument/2006/relationships/slideLayout" Target="/ppt/slideLayouts/slideLayout29.xml" Id="R634b01b08729446d" /><Relationship Type="http://schemas.openxmlformats.org/officeDocument/2006/relationships/slideLayout" Target="/ppt/slideLayouts/slideLayout30.xml" Id="R7c4d4d373a9c4f4a" /><Relationship Type="http://schemas.openxmlformats.org/officeDocument/2006/relationships/slideLayout" Target="/ppt/slideLayouts/slideLayout31.xml" Id="R35d08acaec534152" /><Relationship Type="http://schemas.openxmlformats.org/officeDocument/2006/relationships/slideLayout" Target="/ppt/slideLayouts/slideLayout32.xml" Id="R2451d4da4dfc44b0" /><Relationship Type="http://schemas.openxmlformats.org/officeDocument/2006/relationships/slideLayout" Target="/ppt/slideLayouts/slideLayout33.xml" Id="R35be402e005746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05cc686674ea0"/>
    <p:sldLayoutId xmlns:r="http://schemas.openxmlformats.org/officeDocument/2006/relationships" id="2147483650" r:id="R38a3dcab2e064c9f"/>
    <p:sldLayoutId xmlns:r="http://schemas.openxmlformats.org/officeDocument/2006/relationships" id="2147483651" r:id="Rceabde423efd448b"/>
    <p:sldLayoutId xmlns:r="http://schemas.openxmlformats.org/officeDocument/2006/relationships" id="2147483652" r:id="R3e8bb71d4c504de5"/>
    <p:sldLayoutId xmlns:r="http://schemas.openxmlformats.org/officeDocument/2006/relationships" id="2147483653" r:id="R8b803702aefd45b8"/>
    <p:sldLayoutId xmlns:r="http://schemas.openxmlformats.org/officeDocument/2006/relationships" id="2147483654" r:id="Re3f4c91f39904a8f"/>
    <p:sldLayoutId xmlns:r="http://schemas.openxmlformats.org/officeDocument/2006/relationships" id="2147483655" r:id="R48cbbf85b14f42b2"/>
    <p:sldLayoutId xmlns:r="http://schemas.openxmlformats.org/officeDocument/2006/relationships" id="2147483656" r:id="R1373e04dfd5a45a8"/>
    <p:sldLayoutId xmlns:r="http://schemas.openxmlformats.org/officeDocument/2006/relationships" id="2147483657" r:id="R161bd188a593424a"/>
    <p:sldLayoutId xmlns:r="http://schemas.openxmlformats.org/officeDocument/2006/relationships" id="2147483658" r:id="R2f284dd2e8ca454d"/>
    <p:sldLayoutId xmlns:r="http://schemas.openxmlformats.org/officeDocument/2006/relationships" id="2147483659" r:id="Ra8c0b07adc43480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71cd68ce62b4b5e"/>
    <p:sldLayoutId xmlns:r="http://schemas.openxmlformats.org/officeDocument/2006/relationships" id="2147483662" r:id="R9763718cc80347cf"/>
    <p:sldLayoutId xmlns:r="http://schemas.openxmlformats.org/officeDocument/2006/relationships" id="2147483663" r:id="Rc9672fe59a134670"/>
    <p:sldLayoutId xmlns:r="http://schemas.openxmlformats.org/officeDocument/2006/relationships" id="2147483664" r:id="R8e0f2a965c804434"/>
    <p:sldLayoutId xmlns:r="http://schemas.openxmlformats.org/officeDocument/2006/relationships" id="2147483665" r:id="R461a1d70d80c400e"/>
    <p:sldLayoutId xmlns:r="http://schemas.openxmlformats.org/officeDocument/2006/relationships" id="2147483666" r:id="R9651ed9968e840dd"/>
    <p:sldLayoutId xmlns:r="http://schemas.openxmlformats.org/officeDocument/2006/relationships" id="2147483667" r:id="R7c130df7a66d4d9a"/>
    <p:sldLayoutId xmlns:r="http://schemas.openxmlformats.org/officeDocument/2006/relationships" id="2147483668" r:id="R338706daf1014537"/>
    <p:sldLayoutId xmlns:r="http://schemas.openxmlformats.org/officeDocument/2006/relationships" id="2147483669" r:id="R66af06215fb54f18"/>
    <p:sldLayoutId xmlns:r="http://schemas.openxmlformats.org/officeDocument/2006/relationships" id="2147483670" r:id="R2b500f7da0824b3a"/>
    <p:sldLayoutId xmlns:r="http://schemas.openxmlformats.org/officeDocument/2006/relationships" id="2147483671" r:id="Rcb823a969bdd493d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138898a19a134451"/>
    <p:sldLayoutId xmlns:r="http://schemas.openxmlformats.org/officeDocument/2006/relationships" id="2147483674" r:id="R767e9e9b98d648e8"/>
    <p:sldLayoutId xmlns:r="http://schemas.openxmlformats.org/officeDocument/2006/relationships" id="2147483675" r:id="Re732a12d3ac146f8"/>
    <p:sldLayoutId xmlns:r="http://schemas.openxmlformats.org/officeDocument/2006/relationships" id="2147483676" r:id="R86bcbc89fca94477"/>
    <p:sldLayoutId xmlns:r="http://schemas.openxmlformats.org/officeDocument/2006/relationships" id="2147483677" r:id="R4a2804e3df684561"/>
    <p:sldLayoutId xmlns:r="http://schemas.openxmlformats.org/officeDocument/2006/relationships" id="2147483678" r:id="R6a9a9694c8de4572"/>
    <p:sldLayoutId xmlns:r="http://schemas.openxmlformats.org/officeDocument/2006/relationships" id="2147483679" r:id="R634b01b08729446d"/>
    <p:sldLayoutId xmlns:r="http://schemas.openxmlformats.org/officeDocument/2006/relationships" id="2147483680" r:id="R7c4d4d373a9c4f4a"/>
    <p:sldLayoutId xmlns:r="http://schemas.openxmlformats.org/officeDocument/2006/relationships" id="2147483681" r:id="R35d08acaec534152"/>
    <p:sldLayoutId xmlns:r="http://schemas.openxmlformats.org/officeDocument/2006/relationships" id="2147483682" r:id="R2451d4da4dfc44b0"/>
    <p:sldLayoutId xmlns:r="http://schemas.openxmlformats.org/officeDocument/2006/relationships" id="2147483683" r:id="R35be402e005746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e3a6cc9a4bee" /><Relationship Type="http://schemas.openxmlformats.org/officeDocument/2006/relationships/image" Target="/ppt/media/image.jpeg" Id="R2b24c530615249d6" /><Relationship Type="http://schemas.openxmlformats.org/officeDocument/2006/relationships/notesSlide" Target="/ppt/notesSlides/notesSlide1.xml" Id="Rb4b2f1bbd798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ecf76f1e740d2" /><Relationship Type="http://schemas.openxmlformats.org/officeDocument/2006/relationships/image" Target="/ppt/media/image.png" Id="R40ceec7b084047fc" /><Relationship Type="http://schemas.openxmlformats.org/officeDocument/2006/relationships/notesSlide" Target="/ppt/notesSlides/notesSlide2.xml" Id="R2677e2172b4047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16792a3d4c24bcc" /><Relationship Type="http://schemas.openxmlformats.org/officeDocument/2006/relationships/image" Target="/ppt/media/image.png" Id="R4f078298c6764bee" /><Relationship Type="http://schemas.openxmlformats.org/officeDocument/2006/relationships/notesSlide" Target="/ppt/notesSlides/notesSlide3.xml" Id="R03ba91f36843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d4deb8811b34b10" /><Relationship Type="http://schemas.openxmlformats.org/officeDocument/2006/relationships/image" Target="/ppt/media/image.png" Id="R4216cbd8896642ff" /><Relationship Type="http://schemas.openxmlformats.org/officeDocument/2006/relationships/notesSlide" Target="/ppt/notesSlides/notesSlide4.xml" Id="R4305e6c0c7734d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68f2cc9cc9642a1" /><Relationship Type="http://schemas.openxmlformats.org/officeDocument/2006/relationships/image" Target="/ppt/media/image2.png" Id="R650e92502a194d94" /><Relationship Type="http://schemas.openxmlformats.org/officeDocument/2006/relationships/notesSlide" Target="/ppt/notesSlides/notesSlide5.xml" Id="Rcab27012e891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7177776f9be45e5" /><Relationship Type="http://schemas.openxmlformats.org/officeDocument/2006/relationships/image" Target="/ppt/media/image.png" Id="R5801b896015e4462" /><Relationship Type="http://schemas.openxmlformats.org/officeDocument/2006/relationships/image" Target="/ppt/media/image3.png" Id="Ra8621b080c764daa" /><Relationship Type="http://schemas.openxmlformats.org/officeDocument/2006/relationships/notesSlide" Target="/ppt/notesSlides/notesSlide6.xml" Id="Re2437ec9957844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78deb4410454f3f" /><Relationship Type="http://schemas.openxmlformats.org/officeDocument/2006/relationships/image" Target="/ppt/media/image.png" Id="R0f46296e16fc4a0a" /><Relationship Type="http://schemas.openxmlformats.org/officeDocument/2006/relationships/image" Target="/ppt/media/image3.png" Id="R27a56b7fa8544ced" /><Relationship Type="http://schemas.openxmlformats.org/officeDocument/2006/relationships/notesSlide" Target="/ppt/notesSlides/notesSlide7.xml" Id="Re64d34b98113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5e6a2fb5de64ea2" /><Relationship Type="http://schemas.openxmlformats.org/officeDocument/2006/relationships/image" Target="/ppt/media/image.png" Id="Rb830080429864aca" /><Relationship Type="http://schemas.openxmlformats.org/officeDocument/2006/relationships/image" Target="/ppt/media/image3.png" Id="R17f82ee2d221472a" /><Relationship Type="http://schemas.openxmlformats.org/officeDocument/2006/relationships/notesSlide" Target="/ppt/notesSlides/notesSlide8.xml" Id="R32697a342b1745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57db1eb94756" /><Relationship Type="http://schemas.openxmlformats.org/officeDocument/2006/relationships/image" Target="/ppt/media/image.png" Id="Ra64e1382883d4a61" /><Relationship Type="http://schemas.openxmlformats.org/officeDocument/2006/relationships/image" Target="/ppt/media/image4.png" Id="Rb61b340866e54960" /><Relationship Type="http://schemas.openxmlformats.org/officeDocument/2006/relationships/notesSlide" Target="/ppt/notesSlides/notesSlide9.xml" Id="R08b09a964cac44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c5306152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eec7b084047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78298c676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 技术策划（关卡）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推动关卡 / NPC 编辑器与动物玩法工具链落地
• 建设资源检索、配置 ID 与对话内容生产流程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 天美J1｜Unity 客户端 → UE 技术策划（战斗）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负责 3C 镜头、物理交互与 UI 开发
• 搭建英雄 Ability 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6cbd88966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破映</a:t>
            </a:r>
            <a:endParaRPr sz="32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7" y="1352550"/>
            <a:ext cx="5219700" cy="61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类银河城成长 × 轻度 Roguelite × 高机动战斗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【核心玩法】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现实推进 → 镜像挑战 → 击败自我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【成长路径】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Boss 解锁核心能力 → 关末强化 → 组合能力挑战终局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e92502a194d94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5" y="1304487"/>
            <a:ext cx="7203348" cy="4051883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</a:t>
            </a:r>
            <a:r>
              <a:rPr sz="1575">
                <a:solidFill>
                  <a:srgbClr val="FFFFFF"/>
                </a:solidFill>
              </a:rPr>
              <a:t> </a:t>
            </a:r>
            <a:r>
              <a:rPr sz="1575">
                <a:solidFill>
                  <a:srgbClr val="FFFFFF"/>
                </a:solidFill>
              </a:rPr>
              <a:t>运行时预览</a:t>
            </a:r>
            <a:endParaRPr sz="157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1b896015e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483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看得懂】AI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可执行的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PRD：写清目标、边界、规则、职责与验收，让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与 Codex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做得出】AI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动画生产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Skill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Unity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21b080c764daa"/>
          <a:srcRect xmlns:a="http://schemas.openxmlformats.org/drawingml/2006/main" l="0" t="5659" r="6133" b="7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538" y="2441197"/>
            <a:ext cx="4793776" cy="2059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296e16fc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483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看得懂】AI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可执行的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PRD：写清目标、边界、规则、职责与验收，让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与 Codex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做得出】AI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动画生产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Skill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Unity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56b7fa8544ced"/>
          <a:srcRect xmlns:a="http://schemas.openxmlformats.org/drawingml/2006/main" l="0" t="5659" r="6133" b="7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538" y="2441197"/>
            <a:ext cx="4793776" cy="2059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008042986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483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看得懂】AI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可执行的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PRD：写清目标、边界、规则、职责与验收，让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与 Codex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做得出】AI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动画生产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Skill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Unity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82ee2d221472a"/>
          <a:srcRect xmlns:a="http://schemas.openxmlformats.org/drawingml/2006/main" l="0" t="5659" r="6133" b="7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538" y="2441197"/>
            <a:ext cx="4793776" cy="2059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e1382883d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b340866e549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2026-08-14T06:27:29.4050000Z</dcterms:created>
  <dcterms:modified xsi:type="dcterms:W3CDTF">2026-08-14T06:27:29.4050000Z</dcterms:modified>
</coreProperties>
</file>