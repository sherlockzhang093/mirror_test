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7ac359987d4245" /><Relationship Type="http://schemas.openxmlformats.org/officeDocument/2006/relationships/extended-properties" Target="/docProps/app.xml" Id="R3f9a626923b14b32" /><Relationship Type="http://schemas.openxmlformats.org/officeDocument/2006/relationships/officeDocument" Target="/ppt/presentation.xml" Id="R1f773719260d42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fe2f7e5eea4c66"/>
    <p:sldMasterId xmlns:r="http://schemas.openxmlformats.org/officeDocument/2006/relationships" id="2147483660" r:id="R725d433db49042d7"/>
    <p:sldMasterId xmlns:r="http://schemas.openxmlformats.org/officeDocument/2006/relationships" id="2147483672" r:id="Rbe1a0623691d4080"/>
  </p:sldMasterIdLst>
  <p:notesMasterIdLst>
    <p:notesMasterId xmlns:r="http://schemas.openxmlformats.org/officeDocument/2006/relationships" r:id="R4af8221fae49489c"/>
  </p:notesMasterIdLst>
  <p:sldIdLst>
    <p:sldId xmlns:r="http://schemas.openxmlformats.org/officeDocument/2006/relationships" id="256" r:id="R27776405e2ac423c"/>
    <p:sldId xmlns:r="http://schemas.openxmlformats.org/officeDocument/2006/relationships" id="257" r:id="R5e7f89f0abe64f53"/>
    <p:sldId xmlns:r="http://schemas.openxmlformats.org/officeDocument/2006/relationships" id="258" r:id="Rfc46ade6e5c94f46"/>
    <p:sldId xmlns:r="http://schemas.openxmlformats.org/officeDocument/2006/relationships" id="259" r:id="Rb0306b66bba74bad"/>
    <p:sldId xmlns:r="http://schemas.openxmlformats.org/officeDocument/2006/relationships" id="260" r:id="Rf5476f7d55d74ce5"/>
    <p:sldId xmlns:r="http://schemas.openxmlformats.org/officeDocument/2006/relationships" id="261" r:id="R315d0d8253da4a24"/>
    <p:sldId xmlns:r="http://schemas.openxmlformats.org/officeDocument/2006/relationships" id="262" r:id="Rd73f4ff7393a474c"/>
    <p:sldId xmlns:r="http://schemas.openxmlformats.org/officeDocument/2006/relationships" id="263" r:id="Rf09772f226674b4d"/>
    <p:sldId xmlns:r="http://schemas.openxmlformats.org/officeDocument/2006/relationships" id="264" r:id="R0da91f98e89f41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1e4ae679384f36" /><Relationship Type="http://schemas.openxmlformats.org/officeDocument/2006/relationships/slideMaster" Target="/ppt/slideMasters/slideMaster1.xml" Id="Rcdfe2f7e5eea4c66" /><Relationship Type="http://schemas.openxmlformats.org/officeDocument/2006/relationships/slideMaster" Target="/ppt/slideMasters/slideMaster2.xml" Id="R725d433db49042d7" /><Relationship Type="http://schemas.openxmlformats.org/officeDocument/2006/relationships/slideMaster" Target="/ppt/slideMasters/slideMaster3.xml" Id="Rbe1a0623691d4080" /><Relationship Type="http://schemas.openxmlformats.org/officeDocument/2006/relationships/notesMaster" Target="/ppt/notesMasters/notesMaster1.xml" Id="R4af8221fae49489c" /><Relationship Type="http://schemas.openxmlformats.org/officeDocument/2006/relationships/presProps" Target="/ppt/presProps.xml" Id="R58b9e7e8febf459e" /><Relationship Type="http://schemas.openxmlformats.org/officeDocument/2006/relationships/viewProps" Target="/ppt/viewProps.xml" Id="R562f1316c90a4fab" /><Relationship Type="http://schemas.openxmlformats.org/officeDocument/2006/relationships/tableStyles" Target="/ppt/tableStyles.xml" Id="R5222989a59c94094" /><Relationship Type="http://schemas.openxmlformats.org/officeDocument/2006/relationships/slide" Target="/ppt/slides/slide1.xml" Id="R27776405e2ac423c" /><Relationship Type="http://schemas.openxmlformats.org/officeDocument/2006/relationships/slide" Target="/ppt/slides/slide2.xml" Id="R5e7f89f0abe64f53" /><Relationship Type="http://schemas.openxmlformats.org/officeDocument/2006/relationships/slide" Target="/ppt/slides/slide3.xml" Id="Rfc46ade6e5c94f46" /><Relationship Type="http://schemas.openxmlformats.org/officeDocument/2006/relationships/slide" Target="/ppt/slides/slide4.xml" Id="Rb0306b66bba74bad" /><Relationship Type="http://schemas.openxmlformats.org/officeDocument/2006/relationships/slide" Target="/ppt/slides/slide5.xml" Id="Rf5476f7d55d74ce5" /><Relationship Type="http://schemas.openxmlformats.org/officeDocument/2006/relationships/slide" Target="/ppt/slides/slide6.xml" Id="R315d0d8253da4a24" /><Relationship Type="http://schemas.openxmlformats.org/officeDocument/2006/relationships/slide" Target="/ppt/slides/slide7.xml" Id="Rd73f4ff7393a474c" /><Relationship Type="http://schemas.openxmlformats.org/officeDocument/2006/relationships/slide" Target="/ppt/slides/slide8.xml" Id="Rf09772f226674b4d" /><Relationship Type="http://schemas.openxmlformats.org/officeDocument/2006/relationships/slide" Target="/ppt/slides/slide9.xml" Id="R0da91f98e89f41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30cafae2a89e49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8e75494d434adb" /><Relationship Type="http://schemas.openxmlformats.org/officeDocument/2006/relationships/notesMaster" Target="/ppt/notesMasters/notesMaster1.xml" Id="Rdf3dac94bade48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405ae9a4a046e0" /><Relationship Type="http://schemas.openxmlformats.org/officeDocument/2006/relationships/notesMaster" Target="/ppt/notesMasters/notesMaster1.xml" Id="R2c53d6c54b7f41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eeda7294174524" /><Relationship Type="http://schemas.openxmlformats.org/officeDocument/2006/relationships/notesMaster" Target="/ppt/notesMasters/notesMaster1.xml" Id="R12c39a2113d54b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51705329624b7c" /><Relationship Type="http://schemas.openxmlformats.org/officeDocument/2006/relationships/notesMaster" Target="/ppt/notesMasters/notesMaster1.xml" Id="Rb2d0e8215fe045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a0215b7a3b4879" /><Relationship Type="http://schemas.openxmlformats.org/officeDocument/2006/relationships/notesMaster" Target="/ppt/notesMasters/notesMaster1.xml" Id="R1a1485cb1db74c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9daa53bbbf4cd0" /><Relationship Type="http://schemas.openxmlformats.org/officeDocument/2006/relationships/notesMaster" Target="/ppt/notesMasters/notesMaster1.xml" Id="R606674e3ab9f4c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f1e277382641b8" /><Relationship Type="http://schemas.openxmlformats.org/officeDocument/2006/relationships/notesMaster" Target="/ppt/notesMasters/notesMaster1.xml" Id="R301f5f7ff52547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a317b17fe84b2c" /><Relationship Type="http://schemas.openxmlformats.org/officeDocument/2006/relationships/notesMaster" Target="/ppt/notesMasters/notesMaster1.xml" Id="R9ba7cdb17bf944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e70a20dae74df3" /><Relationship Type="http://schemas.openxmlformats.org/officeDocument/2006/relationships/notesMaster" Target="/ppt/notesMasters/notesMaster1.xml" Id="Rd416f664622541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张聪_简历_游戏开发.pdf（用户提供，2页）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Docs/Project/MirrorTrial_iWiki_Rewrite.md</a:t>
            </a:r>
          </a:p>
          <a:p xmlns:a="http://schemas.openxmlformats.org/drawingml/2006/main">
            <a:r>
              <a:t>- Docs/Project/MirrorTrial_ImplementationPlan.md</a:t>
            </a:r>
          </a:p>
          <a:p xmlns:a="http://schemas.openxmlformats.org/drawingml/2006/main">
            <a:r>
              <a:t>- Docs/Level/生命精华系统_完整实现说明.md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original illustration: assets/mirror-loop-concept.png</a:t>
            </a:r>
          </a:p>
          <a:p xmlns:a="http://schemas.openxmlformats.org/drawingml/2006/main">
            <a:r>
              <a:t>- Generated with the built-in image generation tool; prompt recorded in 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用户提供：codex-clipboard-3af23637-e6c0-47fe-ab61-bc9a3b1338bc.png</a:t>
            </a:r>
          </a:p>
          <a:p xmlns:a="http://schemas.openxmlformats.org/drawingml/2006/main">
            <a:r>
              <a:t>- Docs/Combat/CODEX_SKILL_EDITOR_HANDOFF.md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讲解要点：</a:t>
            </a:r>
          </a:p>
          <a:p xmlns:a="http://schemas.openxmlformats.org/drawingml/2006/main">
            <a:r>
              <a:t>1. 连招图：招式作为节点，点按、长按、松开与状态条件作为连线。</a:t>
            </a:r>
          </a:p>
          <a:p xmlns:a="http://schemas.openxmlformats.org/drawingml/2006/main">
            <a:r>
              <a:t>2. 招式配置：动画、前摇/有效/后摇、攻击框、伤害、击退、蓄力和命中反馈统一配置。</a:t>
            </a:r>
          </a:p>
          <a:p xmlns:a="http://schemas.openxmlformats.org/drawingml/2006/main">
            <a:r>
              <a:t>3. 运行时预览：TestGym 模拟输入、同步编辑数据，并高亮当前节点与连线。</a:t>
            </a:r>
          </a:p>
          <a:p xmlns:a="http://schemas.openxmlformats.org/drawingml/2006/main">
            <a:r>
              <a:t>4. 核心价值：策划可以直接调配置并验证战斗手感，减少反复修改代码。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Docs/Design/镜前准备工具卡机制_PRD.md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讲解重点：用工具卡系统展示我如何把策划描述拆成字段、规则、边界和可复现的验收条件。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Docs/README.md</a:t>
            </a:r>
          </a:p>
          <a:p xmlns:a="http://schemas.openxmlformats.org/drawingml/2006/main">
            <a:r>
              <a:t>- Docs/Project/MirrorTrial_AI_Outline.md</a:t>
            </a:r>
          </a:p>
          <a:p xmlns:a="http://schemas.openxmlformats.org/drawingml/2006/main">
            <a:r>
              <a:t>- Docs/Combat/CODEX_SKILL_EDITOR_HANDOFF.md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讲解重点：索引、大纲、专项文档和交接记录共同构成可读取的项目上下文，使 WorkBuddy 与 Codex 可以来回接手。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C:/Users/zharkzhang/.codex/skills/build-skeleton-consistent-pixel-animation/SKILL.md</a:t>
            </a:r>
          </a:p>
          <a:p xmlns:a="http://schemas.openxmlformats.org/drawingml/2006/main">
            <a:r>
              <a:t>- C:/Users/zharkzhang/.codex/skills/task-animation-generation/SKILL.md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讲解重点：不只生成动画图片，而是用 Skill 固定骨架、根节点、尺度和调色板，再完成验证、切片和 Unity 接入。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50c890e8ad4d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7f200b01442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bb4f5117e848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efde83743045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b62c205f0a48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e95b0b25d1430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44ebba018407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99f048120443d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3c61fb5e745e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f0fa94ba9748c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c4b2364b6547a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a30eb30b79476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3253c9028e2471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d1c1346cf4451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f170744198448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92a36928ed42e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160f6846a649f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2e2022f92348a6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267bb56108c477a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b49242724e5465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93ed3dea1f440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57d2c922c448fd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c7daa68b8be46be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413fef27f244f95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19813d679e84651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3c2213f592b4962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2f8faed2e7d4f31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86a34ab56e145c6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2424f1ed2d84e54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b7b72efb8dd4565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39e5d8ad2af416a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c061a960a164479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dc362aef2e44994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1B1A54-7005-B022-7545-9F34D3F9A8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6FD553-66A4-6D53-2AFB-1A4203AB3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DA2517-B129-093D-0951-F8D502DC6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6589EF-5AA5-B8D3-76D3-A7C25BA67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AD37E-69F6-A1B1-00F1-ED2517CD2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D5F4D-3EA8-5975-45CA-4CFED37D9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F55A78-468D-26D6-513E-AF09E4AD2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61F945-5EBD-BE29-CD0D-1572E09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AE880A-1CCE-0DFF-9B58-7DD325CD1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51FA86-039E-82FE-659B-71C12BDE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0CD205-ADF0-523C-53E9-344ADD246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D502E-542B-3571-5DB9-F4E69D4D9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0271F-BED6-8FDB-1A4E-AB4EBA59B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612721-E96A-A98E-1C10-D0A2FF5D9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9C1CE-FB32-CB3A-31C1-84BDE97D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A5C6C5-791F-0D1F-82B3-BCA772ED4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E430FAB-022C-2B7F-B42A-5D2D22D68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A6F329-CDC1-C119-30DC-AF5B73071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E51DE4-B62B-0860-7BE2-B6C5B4163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68DCA-FD30-F6A8-95AF-3189AC06C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DF36160-FEDF-233E-536A-49229B731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8F6C99-BB4B-2624-9B2B-5729A178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0551C3-65DD-A1DC-0C5F-1CB6DD94B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118D548-8034-0DFD-740C-F4B8F08EB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C1E8607-5DD2-FFAD-D267-532ED94465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9C20F5-CE23-D2E6-B8F8-744EB530F1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55084-5B94-3957-743E-F9711174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9F2481-AC33-117B-5A07-2E8B0C53B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6B3E00-25B3-42A8-5F47-EB3A8D99E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DBCFC9-BFD7-E7EC-3A62-BE354BB83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65643F-4071-4A84-B432-E1902242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3E83E52-B7FA-1D8B-FAD5-21B3B30D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1C1C748-E046-19B3-831C-E1A3B98E0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204D93-A8A4-D54B-0165-54A06242E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9F6F84-2136-055E-2203-FA8C44F8D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295627-D96D-A829-E95F-B928D97BA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F65EC6-B9F6-659E-B370-3AF1118B2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C7D0E9-5D36-5413-F8A4-FDEADC3F8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1FFA37-D556-25D0-8EB8-146ADA76E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A9BB0B-EA46-49D0-0929-7FE7A6500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5C5166-B636-BE4A-035F-7D6387B1C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E22C7A-4863-89C0-9FA8-2D526655F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013D63-6E36-0C2D-57E8-C2A538971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C3087DB-0F94-0092-87B0-70B232E24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FD6E42-81B4-50C9-93DE-BF601C872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DEECB10-CCCE-87FA-0FF5-1739CDE53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35A6BE4-F700-F264-3CA5-30A3011F3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5881DC-4A1B-27AF-FEE1-8F88134CF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CA2A5C-3DD4-8FCA-DAEA-409549229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5A4847-6C16-27D1-5A21-06BB7D7A5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DAB38-D353-774F-ADFD-0F476A9250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A1DB02-0E5F-FDF7-00E8-F1D3A9484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743F1-BBB9-F06E-EA9E-C63BF8FAC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C16BDA-ACEE-0332-E2F9-5EAFA7F4F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26D72-B90A-BEF4-1CCC-9B07BCFEF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B6F6FE-DCEE-DEB6-172D-55B972F28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6AFB5-1C20-CCB0-F6B5-8D760DDBD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4952AD-D21B-BE6F-C40D-3E1E9E681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2E279-15FA-4100-966B-5B08AEF83A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453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E0186D-5BC3-47A8-AA18-A4BDF7CF4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 xmlns:a="http://schemas.openxmlformats.org/drawingml/2006/main">
            <a:r>
              <a:t>单击以编辑母版副标题样式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1D035-541F-4798-B1CF-D9905971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23CF4-EC38-470A-B0E9-1E6AD73AE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C20F6-A8C4-4C67-95EB-502BD471A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12423"/>
            <a:ext cx="10515600" cy="285120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5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B0EF9-D680-4384-B2A3-7B34AF64E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5263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ED6C3-FA74-483F-ADE7-648096E82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26AAB-E080-4A43-9FE4-483859B5E4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45127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332230-9376-43ED-9941-B28F623DF8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AAA1C-16A7-4794-94BD-03D999D8B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127" y="1681852"/>
            <a:ext cx="5156200" cy="82569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3763B-86B1-44C3-B253-BE74D7E8B0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5127" y="2507552"/>
            <a:ext cx="5156200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3F74D1-C038-4E39-82AA-0599261580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851"/>
            <a:ext cx="5181601" cy="8256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B0634-0A01-4C95-84B0-85403AB1BF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7552"/>
            <a:ext cx="5181601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C465167F-9717-44AE-824A-2DC74BC8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7F0344C-2DCA-40B8-B3F9-DB6A2189F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30904-DB35-4C15-A33A-276482C99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2"/>
            <a:ext cx="3931920" cy="160019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58C783-033C-49F2-A7A8-1D69FFAAEF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B1D3DF-3ECA-45D6-B614-65560FCCEC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399"/>
            <a:ext cx="3931920" cy="38100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3B32D-0FE5-4F60-95BA-25F6F3610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0"/>
            <a:ext cx="3931920" cy="1600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8A19D9-AB88-4CAD-9F35-180E9506D6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单击图标添加图片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44EA68-C275-4259-9D97-0FF6858DE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400"/>
            <a:ext cx="3931920" cy="381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7E65F-5E83-480F-879B-7D2E28CC9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CE655-9B44-45BA-87EF-79BC944D4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742272D-FF4E-4AA0-832C-A0F395C28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0362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EA298-CD3A-4303-813E-A7D755A5D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0364"/>
            <a:ext cx="77343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  <p:hf sldNum="0" hdr="0" ftr="0"/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3046a04cb94cf2" /><Relationship Type="http://schemas.openxmlformats.org/officeDocument/2006/relationships/slideLayout" Target="/ppt/slideLayouts/slideLayout1.xml" Id="Rdfd0bcea29904c00" /><Relationship Type="http://schemas.openxmlformats.org/officeDocument/2006/relationships/slideLayout" Target="/ppt/slideLayouts/slideLayout2.xml" Id="Rceee868a7a5e4342" /><Relationship Type="http://schemas.openxmlformats.org/officeDocument/2006/relationships/slideLayout" Target="/ppt/slideLayouts/slideLayout3.xml" Id="R45e0a01bb2224306" /><Relationship Type="http://schemas.openxmlformats.org/officeDocument/2006/relationships/slideLayout" Target="/ppt/slideLayouts/slideLayout4.xml" Id="R4754f511b2514300" /><Relationship Type="http://schemas.openxmlformats.org/officeDocument/2006/relationships/slideLayout" Target="/ppt/slideLayouts/slideLayout5.xml" Id="R63f5b4347da74070" /><Relationship Type="http://schemas.openxmlformats.org/officeDocument/2006/relationships/slideLayout" Target="/ppt/slideLayouts/slideLayout6.xml" Id="Rda1e46d6256c4da0" /><Relationship Type="http://schemas.openxmlformats.org/officeDocument/2006/relationships/slideLayout" Target="/ppt/slideLayouts/slideLayout7.xml" Id="R8219dbac31b544dc" /><Relationship Type="http://schemas.openxmlformats.org/officeDocument/2006/relationships/slideLayout" Target="/ppt/slideLayouts/slideLayout8.xml" Id="R5c618d11e5224dc4" /><Relationship Type="http://schemas.openxmlformats.org/officeDocument/2006/relationships/slideLayout" Target="/ppt/slideLayouts/slideLayout9.xml" Id="R9ae5dfcff6f04cb2" /><Relationship Type="http://schemas.openxmlformats.org/officeDocument/2006/relationships/slideLayout" Target="/ppt/slideLayouts/slideLayout10.xml" Id="R6fefa740491146fc" /><Relationship Type="http://schemas.openxmlformats.org/officeDocument/2006/relationships/slideLayout" Target="/ppt/slideLayouts/slideLayout11.xml" Id="R824dfe938731460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6d9613b21e74dea" /><Relationship Type="http://schemas.openxmlformats.org/officeDocument/2006/relationships/slideLayout" Target="/ppt/slideLayouts/slideLayout12.xml" Id="R2104c94efd1a42ab" /><Relationship Type="http://schemas.openxmlformats.org/officeDocument/2006/relationships/slideLayout" Target="/ppt/slideLayouts/slideLayout13.xml" Id="Rcc80179169df4e0d" /><Relationship Type="http://schemas.openxmlformats.org/officeDocument/2006/relationships/slideLayout" Target="/ppt/slideLayouts/slideLayout14.xml" Id="R5ba404644b8a4a14" /><Relationship Type="http://schemas.openxmlformats.org/officeDocument/2006/relationships/slideLayout" Target="/ppt/slideLayouts/slideLayout15.xml" Id="Rf272d3a303174690" /><Relationship Type="http://schemas.openxmlformats.org/officeDocument/2006/relationships/slideLayout" Target="/ppt/slideLayouts/slideLayout16.xml" Id="R315b65df8bed40d2" /><Relationship Type="http://schemas.openxmlformats.org/officeDocument/2006/relationships/slideLayout" Target="/ppt/slideLayouts/slideLayout17.xml" Id="R4da7a804e2b54f52" /><Relationship Type="http://schemas.openxmlformats.org/officeDocument/2006/relationships/slideLayout" Target="/ppt/slideLayouts/slideLayout18.xml" Id="R6895bf34461a42b3" /><Relationship Type="http://schemas.openxmlformats.org/officeDocument/2006/relationships/slideLayout" Target="/ppt/slideLayouts/slideLayout19.xml" Id="R0467413ec0c744e7" /><Relationship Type="http://schemas.openxmlformats.org/officeDocument/2006/relationships/slideLayout" Target="/ppt/slideLayouts/slideLayout20.xml" Id="Rf47f4ff902c942c3" /><Relationship Type="http://schemas.openxmlformats.org/officeDocument/2006/relationships/slideLayout" Target="/ppt/slideLayouts/slideLayout21.xml" Id="R84be2489e8114acb" /><Relationship Type="http://schemas.openxmlformats.org/officeDocument/2006/relationships/slideLayout" Target="/ppt/slideLayouts/slideLayout22.xml" Id="R6b7bab45205c4221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1c631bf1353e490d" /><Relationship Type="http://schemas.openxmlformats.org/officeDocument/2006/relationships/slideLayout" Target="/ppt/slideLayouts/slideLayout23.xml" Id="R627297c2828a43c4" /><Relationship Type="http://schemas.openxmlformats.org/officeDocument/2006/relationships/slideLayout" Target="/ppt/slideLayouts/slideLayout24.xml" Id="R64fd1155e8824cc4" /><Relationship Type="http://schemas.openxmlformats.org/officeDocument/2006/relationships/slideLayout" Target="/ppt/slideLayouts/slideLayout25.xml" Id="Rdd34ac3284d149e7" /><Relationship Type="http://schemas.openxmlformats.org/officeDocument/2006/relationships/slideLayout" Target="/ppt/slideLayouts/slideLayout26.xml" Id="R3c7e7f8de8c34cc4" /><Relationship Type="http://schemas.openxmlformats.org/officeDocument/2006/relationships/slideLayout" Target="/ppt/slideLayouts/slideLayout27.xml" Id="R7c0b15f323f54d94" /><Relationship Type="http://schemas.openxmlformats.org/officeDocument/2006/relationships/slideLayout" Target="/ppt/slideLayouts/slideLayout28.xml" Id="R134f3fa74f344306" /><Relationship Type="http://schemas.openxmlformats.org/officeDocument/2006/relationships/slideLayout" Target="/ppt/slideLayouts/slideLayout29.xml" Id="R77aaf820cb0a43ef" /><Relationship Type="http://schemas.openxmlformats.org/officeDocument/2006/relationships/slideLayout" Target="/ppt/slideLayouts/slideLayout30.xml" Id="R8859f86bf9f049ae" /><Relationship Type="http://schemas.openxmlformats.org/officeDocument/2006/relationships/slideLayout" Target="/ppt/slideLayouts/slideLayout31.xml" Id="Rd9c63a7031b5430f" /><Relationship Type="http://schemas.openxmlformats.org/officeDocument/2006/relationships/slideLayout" Target="/ppt/slideLayouts/slideLayout32.xml" Id="Rd329857471c84f67" /><Relationship Type="http://schemas.openxmlformats.org/officeDocument/2006/relationships/slideLayout" Target="/ppt/slideLayouts/slideLayout33.xml" Id="Rf01f2d5900104fd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F44994-DC88-F37C-27A2-01598983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FD5965-F88D-4EE5-688A-A9096BD4B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0F9011-A7FF-86D7-A96B-3A7BC135A4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F5103-27D3-F74D-32C6-C5C4436167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9A31C7-7E6C-F67A-6643-DACD1C4BB6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d0bcea29904c00"/>
    <p:sldLayoutId xmlns:r="http://schemas.openxmlformats.org/officeDocument/2006/relationships" id="2147483650" r:id="Rceee868a7a5e4342"/>
    <p:sldLayoutId xmlns:r="http://schemas.openxmlformats.org/officeDocument/2006/relationships" id="2147483651" r:id="R45e0a01bb2224306"/>
    <p:sldLayoutId xmlns:r="http://schemas.openxmlformats.org/officeDocument/2006/relationships" id="2147483652" r:id="R4754f511b2514300"/>
    <p:sldLayoutId xmlns:r="http://schemas.openxmlformats.org/officeDocument/2006/relationships" id="2147483653" r:id="R63f5b4347da74070"/>
    <p:sldLayoutId xmlns:r="http://schemas.openxmlformats.org/officeDocument/2006/relationships" id="2147483654" r:id="Rda1e46d6256c4da0"/>
    <p:sldLayoutId xmlns:r="http://schemas.openxmlformats.org/officeDocument/2006/relationships" id="2147483655" r:id="R8219dbac31b544dc"/>
    <p:sldLayoutId xmlns:r="http://schemas.openxmlformats.org/officeDocument/2006/relationships" id="2147483656" r:id="R5c618d11e5224dc4"/>
    <p:sldLayoutId xmlns:r="http://schemas.openxmlformats.org/officeDocument/2006/relationships" id="2147483657" r:id="R9ae5dfcff6f04cb2"/>
    <p:sldLayoutId xmlns:r="http://schemas.openxmlformats.org/officeDocument/2006/relationships" id="2147483658" r:id="R6fefa740491146fc"/>
    <p:sldLayoutId xmlns:r="http://schemas.openxmlformats.org/officeDocument/2006/relationships" id="2147483659" r:id="R824dfe938731460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E8E019-C9B4-4549-81B6-8D284736A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51" y="365126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2C30CC-7D80-43A8-A3B5-D74666F88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4551" y="1828800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29B8C2-3188-4D07-99B9-6A9D80B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4" name="矩形 17">
            <a:extLst xmlns:a="http://schemas.openxmlformats.org/drawingml/2006/main">
              <a:ext uri="{FF2B5EF4-FFF2-40B4-BE49-F238E27FC236}">
                <a16:creationId xmlns:a16="http://schemas.microsoft.com/office/drawing/2014/main" id="{55DB6FBA-7C70-4CD2-86C3-056B02D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5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ED2B6AF7-4D9E-4EA9-AA4E-64B44A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104c94efd1a42ab"/>
    <p:sldLayoutId xmlns:r="http://schemas.openxmlformats.org/officeDocument/2006/relationships" id="2147483662" r:id="Rcc80179169df4e0d"/>
    <p:sldLayoutId xmlns:r="http://schemas.openxmlformats.org/officeDocument/2006/relationships" id="2147483663" r:id="R5ba404644b8a4a14"/>
    <p:sldLayoutId xmlns:r="http://schemas.openxmlformats.org/officeDocument/2006/relationships" id="2147483664" r:id="Rf272d3a303174690"/>
    <p:sldLayoutId xmlns:r="http://schemas.openxmlformats.org/officeDocument/2006/relationships" id="2147483665" r:id="R315b65df8bed40d2"/>
    <p:sldLayoutId xmlns:r="http://schemas.openxmlformats.org/officeDocument/2006/relationships" id="2147483666" r:id="R4da7a804e2b54f52"/>
    <p:sldLayoutId xmlns:r="http://schemas.openxmlformats.org/officeDocument/2006/relationships" id="2147483667" r:id="R6895bf34461a42b3"/>
    <p:sldLayoutId xmlns:r="http://schemas.openxmlformats.org/officeDocument/2006/relationships" id="2147483668" r:id="R0467413ec0c744e7"/>
    <p:sldLayoutId xmlns:r="http://schemas.openxmlformats.org/officeDocument/2006/relationships" id="2147483669" r:id="Rf47f4ff902c942c3"/>
    <p:sldLayoutId xmlns:r="http://schemas.openxmlformats.org/officeDocument/2006/relationships" id="2147483670" r:id="R84be2489e8114acb"/>
    <p:sldLayoutId xmlns:r="http://schemas.openxmlformats.org/officeDocument/2006/relationships" id="2147483671" r:id="R6b7bab45205c4221"/>
  </p:sldLayoutIdLst>
  <p:hf sldNum="0" hdr="0" ftr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627297c2828a43c4"/>
    <p:sldLayoutId xmlns:r="http://schemas.openxmlformats.org/officeDocument/2006/relationships" id="2147483674" r:id="R64fd1155e8824cc4"/>
    <p:sldLayoutId xmlns:r="http://schemas.openxmlformats.org/officeDocument/2006/relationships" id="2147483675" r:id="Rdd34ac3284d149e7"/>
    <p:sldLayoutId xmlns:r="http://schemas.openxmlformats.org/officeDocument/2006/relationships" id="2147483676" r:id="R3c7e7f8de8c34cc4"/>
    <p:sldLayoutId xmlns:r="http://schemas.openxmlformats.org/officeDocument/2006/relationships" id="2147483677" r:id="R7c0b15f323f54d94"/>
    <p:sldLayoutId xmlns:r="http://schemas.openxmlformats.org/officeDocument/2006/relationships" id="2147483678" r:id="R134f3fa74f344306"/>
    <p:sldLayoutId xmlns:r="http://schemas.openxmlformats.org/officeDocument/2006/relationships" id="2147483679" r:id="R77aaf820cb0a43ef"/>
    <p:sldLayoutId xmlns:r="http://schemas.openxmlformats.org/officeDocument/2006/relationships" id="2147483680" r:id="R8859f86bf9f049ae"/>
    <p:sldLayoutId xmlns:r="http://schemas.openxmlformats.org/officeDocument/2006/relationships" id="2147483681" r:id="Rd9c63a7031b5430f"/>
    <p:sldLayoutId xmlns:r="http://schemas.openxmlformats.org/officeDocument/2006/relationships" id="2147483682" r:id="Rd329857471c84f67"/>
    <p:sldLayoutId xmlns:r="http://schemas.openxmlformats.org/officeDocument/2006/relationships" id="2147483683" r:id="Rf01f2d5900104fd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575b2234d424a" /><Relationship Type="http://schemas.openxmlformats.org/officeDocument/2006/relationships/image" Target="/ppt/media/image.jpeg" Id="R4d821de7d26a45b9" /><Relationship Type="http://schemas.openxmlformats.org/officeDocument/2006/relationships/notesSlide" Target="/ppt/notesSlides/notesSlide1.xml" Id="Rde5fa2d614594a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2fe00330246f3" /><Relationship Type="http://schemas.openxmlformats.org/officeDocument/2006/relationships/image" Target="/ppt/media/image2.jpeg" Id="R4b0c74fea1bd430d" /><Relationship Type="http://schemas.openxmlformats.org/officeDocument/2006/relationships/notesSlide" Target="/ppt/notesSlides/notesSlide2.xml" Id="R295745c00eb845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1dceae362764911" /><Relationship Type="http://schemas.openxmlformats.org/officeDocument/2006/relationships/image" Target="/ppt/media/image2.jpeg" Id="Rba12fdf936ba4f90" /><Relationship Type="http://schemas.openxmlformats.org/officeDocument/2006/relationships/notesSlide" Target="/ppt/notesSlides/notesSlide3.xml" Id="Rb5149506df7d47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8fb5471ba1a4451" /><Relationship Type="http://schemas.openxmlformats.org/officeDocument/2006/relationships/image" Target="/ppt/media/image2.jpeg" Id="R59dec7ffb602433c" /><Relationship Type="http://schemas.openxmlformats.org/officeDocument/2006/relationships/notesSlide" Target="/ppt/notesSlides/notesSlide4.xml" Id="Rfeb737dd0b2e48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b4294323ad14578" /><Relationship Type="http://schemas.openxmlformats.org/officeDocument/2006/relationships/image" Target="/ppt/media/image.png" Id="Rd24b88b7d35e494f" /><Relationship Type="http://schemas.openxmlformats.org/officeDocument/2006/relationships/notesSlide" Target="/ppt/notesSlides/notesSlide5.xml" Id="R14bfcf775ead4a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15b27ae23bd4987" /><Relationship Type="http://schemas.openxmlformats.org/officeDocument/2006/relationships/image" Target="/ppt/media/image2.jpeg" Id="Rb985014fd66842ab" /><Relationship Type="http://schemas.openxmlformats.org/officeDocument/2006/relationships/notesSlide" Target="/ppt/notesSlides/notesSlide6.xml" Id="Racde576b229b40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9b4c4ad428f449f" /><Relationship Type="http://schemas.openxmlformats.org/officeDocument/2006/relationships/image" Target="/ppt/media/image2.jpeg" Id="R06c86e1774954666" /><Relationship Type="http://schemas.openxmlformats.org/officeDocument/2006/relationships/notesSlide" Target="/ppt/notesSlides/notesSlide7.xml" Id="R18a05de025e540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90efaad632a4f41" /><Relationship Type="http://schemas.openxmlformats.org/officeDocument/2006/relationships/image" Target="/ppt/media/image2.jpeg" Id="R87ae254216214108" /><Relationship Type="http://schemas.openxmlformats.org/officeDocument/2006/relationships/notesSlide" Target="/ppt/notesSlides/notesSlide8.xml" Id="R463997ad44ec44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ce2ba8ddb4161" /><Relationship Type="http://schemas.openxmlformats.org/officeDocument/2006/relationships/image" Target="/ppt/media/image2.jpeg" Id="Rf8ccea73865646d6" /><Relationship Type="http://schemas.openxmlformats.org/officeDocument/2006/relationships/image" Target="/ppt/media/image2.png" Id="R26854e9a1f814af4" /><Relationship Type="http://schemas.openxmlformats.org/officeDocument/2006/relationships/notesSlide" Target="/ppt/notesSlides/notesSlide9.xml" Id="Rc8cb2acf702e446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12214F3-11CF-49CE-B571-8F3EDE1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6" y="5676425"/>
            <a:ext cx="780088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腾讯游戏魔方工作室群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8BB8BF3-0A5B-4933-8BCD-24F6105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333" y="5900156"/>
            <a:ext cx="37090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——校招宣讲会</a:t>
            </a:r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21de7d26a45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2195" y="2662030"/>
            <a:ext cx="9072465" cy="249566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答辩人：张聪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岗位：技术策划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实习小组：火影忍者项目组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导师：phynoluo（罗斯颖）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直接leader：loynliu（刘荃）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入职时间：2026-06-09</a:t>
            </a:r>
          </a:p>
        </p:txBody>
      </p:sp>
    </p:spTree>
    <p:extLst>
      <p:ext uri="{BB962C8B-B14F-4D97-AF65-F5344CB8AC3E}">
        <p14:creationId xmlns:p14="http://schemas.microsoft.com/office/powerpoint/2010/main" val="1243243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c74fea1bd43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65" y="920777"/>
            <a:ext cx="11075259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953192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2fdf936ba4f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3429000"/>
            <a:ext cx="9699171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莉莉丝｜Unity 技术策划（关卡）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推动关卡 / NPC 编辑器与动物玩法工具链落地
• 建设资源检索、配置 ID 与对话内容生产流程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腾讯 天美J1｜Unity 客户端 → UE 技术策划（战斗）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负责 3C 镜头、物理交互与 UI 开发
• 搭建英雄 Ability Pipeline，推进技能配置自动化</a:t>
            </a:r>
            <a:endParaRPr sz="1800" b="0" i="0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839755"/>
            <a:ext cx="7921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学历背景：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9C95150-BCA0-865E-A29B-7B384392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1533570"/>
            <a:ext cx="613864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清华大学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｜互动媒体设计与技术硕士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华中科技大学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｜自动化学士</a:t>
            </a: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EBA3063-13DA-7F7A-C1DC-8187BFFF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36" y="2651541"/>
            <a:ext cx="609669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实习背景：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ec7ffb60243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3" y="266100"/>
            <a:ext cx="1039908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破映</a:t>
            </a:r>
            <a:endParaRPr sz="3200" b="1" i="0" u="none" cap="none" spc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7" y="1352550"/>
            <a:ext cx="5219700" cy="611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1875">
                <a:solidFill>
                  <a:srgbClr val="FFFFFF"/>
                </a:solidFill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【游戏类型】2D 横版动作冒险</a:t>
            </a:r>
            <a:endParaRPr sz="2000" b="1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  <a:defRPr sz="1875">
                <a:solidFill>
                  <a:srgbClr val="FFFFFF"/>
                </a:solidFill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类银河城成长 × 轻度 Roguelite × 高机动战斗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r>
              <a:t/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1875">
                <a:solidFill>
                  <a:srgbClr val="FFFFFF"/>
                </a:solidFill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【核心玩法】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1875">
                <a:solidFill>
                  <a:srgbClr val="FFFFFF"/>
                </a:solidFill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现实推进 → 镜像挑战 → 击败自我 → 夺回能力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/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1875">
                <a:solidFill>
                  <a:srgbClr val="FFFFFF"/>
                </a:solidFill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【成长路径】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1875">
                <a:solidFill>
                  <a:srgbClr val="FFFFFF"/>
                </a:solidFill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Boss 解锁核心能力 → 关末强化 → 组合能力挑战终局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b88b7d35e494f"/>
          <a:srcRect xmlns:a="http://schemas.openxmlformats.org/drawingml/2006/main" l="0" t="764" r="0" b="7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5" y="1304487"/>
            <a:ext cx="7203348" cy="4051883"/>
          </a:xfrm>
          <a:prstGeom xmlns:a="http://schemas.openxmlformats.org/drawingml/2006/main" prst="rect">
            <a:avLst/>
          </a:prstGeom>
        </p:spPr>
      </p:pic>
      <p:sp>
        <p:nvSpPr>
          <p:cNvPr id="5" name="combat-editor-title">
            <a:extLst xmlns:a="http://schemas.openxmlformats.org/drawingml/2006/main">
              <a:ext uri="{FF2B5EF4-FFF2-40B4-BE49-F238E27FC236}">
                <a16:creationId xmlns:a16="http://schemas.microsoft.com/office/drawing/2014/main" id="{08840BBA-2B42-405B-9254-C43A7306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266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战斗编辑器：连招、参数、预览一体化</a:t>
            </a:r>
          </a:p>
        </p:txBody>
      </p:sp>
      <p:sp>
        <p:nvSpPr>
          <p:cNvPr id="6" name="combat-editor-capabilities">
            <a:extLst xmlns:a="http://schemas.openxmlformats.org/drawingml/2006/main">
              <a:ext uri="{FF2B5EF4-FFF2-40B4-BE49-F238E27FC236}">
                <a16:creationId xmlns:a16="http://schemas.microsoft.com/office/drawing/2014/main" id="{BAE3CDE8-5573-4787-BFD6-6E8F424B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61531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节点编排连招｜逐帧配置判定与反馈｜TestGym</a:t>
            </a:r>
            <a:r>
              <a:rPr sz="1575">
                <a:solidFill>
                  <a:srgbClr val="FFFFFF"/>
                </a:solidFill>
              </a:rPr>
              <a:t> </a:t>
            </a:r>
            <a:r>
              <a:rPr sz="1575">
                <a:solidFill>
                  <a:srgbClr val="FFFFFF"/>
                </a:solidFill>
              </a:rPr>
              <a:t>运行时预览</a:t>
            </a:r>
            <a:endParaRPr sz="1575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5014fd66842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1581150"/>
            <a:ext cx="4762500" cy="5349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以工具卡系统为例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l"/>
              <a:defRPr sz="2000">
                <a:solidFill>
                  <a:srgbClr val="FFFFFF"/>
                </a:solidFill>
              </a:defRPr>
            </a:pP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把“想做什么”写成“如何执行、如何验收”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/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配置字段：卡牌类型、数值、触发时机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规则边界：互斥、叠加、异常处理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验收标准：输入什么、应该看到什么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335566"/>
            <a:ext cx="1071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1">
                <a:solidFill>
                  <a:srgbClr val="FFFFFF"/>
                </a:solidFill>
              </a:defRPr>
            </a:pPr>
            <a:r>
              <a:rPr sz="3200" b="1" i="0" u="none" cap="none" spc="0">
                <a:ln>
                  <a:noFill/>
                </a:ln>
                <a:solidFill>
                  <a:srgbClr val="FFFFFF"/>
                </a:solidFill>
                <a:latin typeface="腾讯体 W7"/>
                <a:ea typeface="腾讯体 W7"/>
                <a:cs typeface="腾讯体 W7"/>
              </a:rPr>
              <a:t>3.1 写给 AI 看的 PRD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86e17749546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1581150"/>
            <a:ext cx="4762500" cy="573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上下文不留在聊天里，而是沉淀进仓库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l"/>
            </a:pPr>
            <a:r>
              <a:rPr sz="2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/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2000">
                <a:solidFill>
                  <a:srgbClr val="FFFFFF"/>
                </a:solidFill>
              </a:defRPr>
            </a:pPr>
            <a:r>
              <a:rPr sz="2000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索引：先读哪些文档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专项文档：系统现在怎么工作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交接记录：做到哪里、下一步是什么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WorkBuddy 与 Codex 读取同一套上下文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335566"/>
            <a:ext cx="1071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1">
                <a:solidFill>
                  <a:srgbClr val="FFFFFF"/>
                </a:solidFill>
              </a:defRPr>
            </a:pPr>
            <a:r>
              <a:rPr sz="3200" b="1" i="0" u="none" cap="none" spc="0">
                <a:ln>
                  <a:noFill/>
                </a:ln>
                <a:solidFill>
                  <a:srgbClr val="FFFFFF"/>
                </a:solidFill>
                <a:latin typeface="腾讯体 W7"/>
                <a:ea typeface="腾讯体 W7"/>
                <a:cs typeface="腾讯体 W7"/>
              </a:rPr>
              <a:t>3.2 让 AI 随时接上项目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e2542162141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1581150"/>
            <a:ext cx="4762500" cy="3790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把稳定生产流程封装成 Skill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l"/>
            </a:pPr>
            <a:r>
              <a:rPr sz="2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/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2000">
                <a:solidFill>
                  <a:srgbClr val="FFFFFF"/>
                </a:solidFill>
              </a:defRPr>
            </a:pPr>
            <a:r>
              <a:rPr sz="2000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固定骨架、根节点、比例与调色板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生成 → 对齐 → 验证 → 切片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重建 AnimationClip 并接入 Unity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335566"/>
            <a:ext cx="1071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1">
                <a:solidFill>
                  <a:srgbClr val="FFFFFF"/>
                </a:solidFill>
              </a:defRPr>
            </a:pPr>
            <a:r>
              <a:rPr sz="3200" b="1" i="0" u="none" cap="none" spc="0">
                <a:ln>
                  <a:noFill/>
                </a:ln>
                <a:solidFill>
                  <a:srgbClr val="FFFFFF"/>
                </a:solidFill>
                <a:latin typeface="腾讯体 W7"/>
                <a:ea typeface="腾讯体 W7"/>
                <a:cs typeface="腾讯体 W7"/>
              </a:rPr>
              <a:t>3.3 把 AI 动画真正接进 Unity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cea73865646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40834C-587D-46A7-A384-CCA113F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54e9a1f814a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1205" y="4888865"/>
            <a:ext cx="2782570" cy="129667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28B0BFE-C734-48CD-9CE2-A75F60D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288030"/>
            <a:ext cx="2921170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1">
                    <a:lumMod val="60000"/>
                    <a:lumOff val="40000"/>
                  </a:schemeClr>
                </a:solidFill>
                <a:latin typeface="腾讯体"/>
                <a:ea typeface="腾讯体"/>
                <a:cs typeface="腾讯体"/>
              </a:rPr>
              <a:t>THANKS</a:t>
            </a:r>
            <a:endParaRPr sz="4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3505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2026-08-14T06:29:11.7340000Z</dcterms:created>
  <dcterms:modified xsi:type="dcterms:W3CDTF">2026-08-14T06:29:11.7340000Z</dcterms:modified>
</coreProperties>
</file>