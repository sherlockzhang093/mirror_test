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30583533d434b" /><Relationship Type="http://schemas.openxmlformats.org/officeDocument/2006/relationships/extended-properties" Target="/docProps/app.xml" Id="R1f7d54878e364a83" /><Relationship Type="http://schemas.openxmlformats.org/officeDocument/2006/relationships/officeDocument" Target="/ppt/presentation.xml" Id="R942e4d8c8484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ca167f9894e97"/>
    <p:sldMasterId xmlns:r="http://schemas.openxmlformats.org/officeDocument/2006/relationships" id="2147483660" r:id="R5d6a6ffb139444f2"/>
    <p:sldMasterId xmlns:r="http://schemas.openxmlformats.org/officeDocument/2006/relationships" id="2147483672" r:id="Rcf4156c77a9c4449"/>
  </p:sldMasterIdLst>
  <p:notesMasterIdLst>
    <p:notesMasterId xmlns:r="http://schemas.openxmlformats.org/officeDocument/2006/relationships" r:id="Rbbdea47d10604fba"/>
  </p:notesMasterIdLst>
  <p:sldIdLst>
    <p:sldId xmlns:r="http://schemas.openxmlformats.org/officeDocument/2006/relationships" id="256" r:id="Rb2cfc8fe52ec484d"/>
    <p:sldId xmlns:r="http://schemas.openxmlformats.org/officeDocument/2006/relationships" id="257" r:id="R91b8267447a043a0"/>
    <p:sldId xmlns:r="http://schemas.openxmlformats.org/officeDocument/2006/relationships" id="258" r:id="Rfe682e3298fc4d94"/>
    <p:sldId xmlns:r="http://schemas.openxmlformats.org/officeDocument/2006/relationships" id="259" r:id="R3e2b52922e6d4076"/>
    <p:sldId xmlns:r="http://schemas.openxmlformats.org/officeDocument/2006/relationships" id="260" r:id="Re2a10bc26c694404"/>
    <p:sldId xmlns:r="http://schemas.openxmlformats.org/officeDocument/2006/relationships" id="261" r:id="R07076b3b492f4e6b"/>
    <p:sldId xmlns:r="http://schemas.openxmlformats.org/officeDocument/2006/relationships" id="262" r:id="Rf5194a7e3792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f585d5903455c" /><Relationship Type="http://schemas.openxmlformats.org/officeDocument/2006/relationships/slideMaster" Target="/ppt/slideMasters/slideMaster1.xml" Id="Re26ca167f9894e97" /><Relationship Type="http://schemas.openxmlformats.org/officeDocument/2006/relationships/slideMaster" Target="/ppt/slideMasters/slideMaster2.xml" Id="R5d6a6ffb139444f2" /><Relationship Type="http://schemas.openxmlformats.org/officeDocument/2006/relationships/slideMaster" Target="/ppt/slideMasters/slideMaster3.xml" Id="Rcf4156c77a9c4449" /><Relationship Type="http://schemas.openxmlformats.org/officeDocument/2006/relationships/notesMaster" Target="/ppt/notesMasters/notesMaster1.xml" Id="Rbbdea47d10604fba" /><Relationship Type="http://schemas.openxmlformats.org/officeDocument/2006/relationships/presProps" Target="/ppt/presProps.xml" Id="Ra9d02eaf286e4065" /><Relationship Type="http://schemas.openxmlformats.org/officeDocument/2006/relationships/viewProps" Target="/ppt/viewProps.xml" Id="R9790c4ed6bcd43fd" /><Relationship Type="http://schemas.openxmlformats.org/officeDocument/2006/relationships/tableStyles" Target="/ppt/tableStyles.xml" Id="R6f435980f6f04f15" /><Relationship Type="http://schemas.openxmlformats.org/officeDocument/2006/relationships/slide" Target="/ppt/slides/slide1.xml" Id="Rb2cfc8fe52ec484d" /><Relationship Type="http://schemas.openxmlformats.org/officeDocument/2006/relationships/slide" Target="/ppt/slides/slide2.xml" Id="R91b8267447a043a0" /><Relationship Type="http://schemas.openxmlformats.org/officeDocument/2006/relationships/slide" Target="/ppt/slides/slide3.xml" Id="Rfe682e3298fc4d94" /><Relationship Type="http://schemas.openxmlformats.org/officeDocument/2006/relationships/slide" Target="/ppt/slides/slide4.xml" Id="R3e2b52922e6d4076" /><Relationship Type="http://schemas.openxmlformats.org/officeDocument/2006/relationships/slide" Target="/ppt/slides/slide5.xml" Id="Re2a10bc26c694404" /><Relationship Type="http://schemas.openxmlformats.org/officeDocument/2006/relationships/slide" Target="/ppt/slides/slide6.xml" Id="R07076b3b492f4e6b" /><Relationship Type="http://schemas.openxmlformats.org/officeDocument/2006/relationships/slide" Target="/ppt/slides/slide7.xml" Id="Rf5194a7e3792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96f577f65ac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c1aca6cc744ec" /><Relationship Type="http://schemas.openxmlformats.org/officeDocument/2006/relationships/notesMaster" Target="/ppt/notesMasters/notesMaster1.xml" Id="R8fc688b0610a49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05a73bfa440c8" /><Relationship Type="http://schemas.openxmlformats.org/officeDocument/2006/relationships/notesMaster" Target="/ppt/notesMasters/notesMaster1.xml" Id="R460856824b0d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aac6e49061491e" /><Relationship Type="http://schemas.openxmlformats.org/officeDocument/2006/relationships/notesMaster" Target="/ppt/notesMasters/notesMaster1.xml" Id="Rc9433c5ac902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0ed4c98ea4d8b" /><Relationship Type="http://schemas.openxmlformats.org/officeDocument/2006/relationships/notesMaster" Target="/ppt/notesMasters/notesMaster1.xml" Id="R368a72026109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66f1dc43e4b21" /><Relationship Type="http://schemas.openxmlformats.org/officeDocument/2006/relationships/notesMaster" Target="/ppt/notesMasters/notesMaster1.xml" Id="R05fbf0baea654f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65b129f27e43b6" /><Relationship Type="http://schemas.openxmlformats.org/officeDocument/2006/relationships/notesMaster" Target="/ppt/notesMasters/notesMaster1.xml" Id="R1c82020e362a4f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ceff7fdca4ac7" /><Relationship Type="http://schemas.openxmlformats.org/officeDocument/2006/relationships/notesMaster" Target="/ppt/notesMasters/notesMaster1.xml" Id="R1b7d48df746a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69768db5749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7d0ce5c5949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69a896a6c45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98ef0c4a441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fe4aea76046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fa00178b843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c6967185443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b4ebc9caa4f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3f15a2bef402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75bae71f943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017a40a8047d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95627ad6da46e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c7a9013501426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61325f5b094eb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d8c0f455614d9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e56d2f308c4d8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ea3ddf7fb247b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229634f55f4d8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e79d28c53047b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97d98496d1496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e18b724c89434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8eda4a2721460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5c400e654443c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81516896db45a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873f410590466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e353b947874fb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c29724387d44c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0254a903d94d6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2523d3a0ca4c1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df8e70cfbf43e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71e5c3a3f3b425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0e33802708439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527c746e6a472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06712a696467e" /><Relationship Type="http://schemas.openxmlformats.org/officeDocument/2006/relationships/slideLayout" Target="/ppt/slideLayouts/slideLayout1.xml" Id="Rae1310eeb08d4f1d" /><Relationship Type="http://schemas.openxmlformats.org/officeDocument/2006/relationships/slideLayout" Target="/ppt/slideLayouts/slideLayout2.xml" Id="R4cf5588664254ff4" /><Relationship Type="http://schemas.openxmlformats.org/officeDocument/2006/relationships/slideLayout" Target="/ppt/slideLayouts/slideLayout3.xml" Id="Rd959a8ffabd74cb9" /><Relationship Type="http://schemas.openxmlformats.org/officeDocument/2006/relationships/slideLayout" Target="/ppt/slideLayouts/slideLayout4.xml" Id="R644d5ced44854b78" /><Relationship Type="http://schemas.openxmlformats.org/officeDocument/2006/relationships/slideLayout" Target="/ppt/slideLayouts/slideLayout5.xml" Id="R2b2465e057014954" /><Relationship Type="http://schemas.openxmlformats.org/officeDocument/2006/relationships/slideLayout" Target="/ppt/slideLayouts/slideLayout6.xml" Id="R4a3e32fc82ed42f4" /><Relationship Type="http://schemas.openxmlformats.org/officeDocument/2006/relationships/slideLayout" Target="/ppt/slideLayouts/slideLayout7.xml" Id="Ra5f5e6e35cd646d4" /><Relationship Type="http://schemas.openxmlformats.org/officeDocument/2006/relationships/slideLayout" Target="/ppt/slideLayouts/slideLayout8.xml" Id="Re5fa67fcb438477f" /><Relationship Type="http://schemas.openxmlformats.org/officeDocument/2006/relationships/slideLayout" Target="/ppt/slideLayouts/slideLayout9.xml" Id="R0468ee569f054d1a" /><Relationship Type="http://schemas.openxmlformats.org/officeDocument/2006/relationships/slideLayout" Target="/ppt/slideLayouts/slideLayout10.xml" Id="R340f3d8170194236" /><Relationship Type="http://schemas.openxmlformats.org/officeDocument/2006/relationships/slideLayout" Target="/ppt/slideLayouts/slideLayout11.xml" Id="R2f10746bb9c343c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544076ab2284cda" /><Relationship Type="http://schemas.openxmlformats.org/officeDocument/2006/relationships/slideLayout" Target="/ppt/slideLayouts/slideLayout12.xml" Id="Rb332656f3ca34ab3" /><Relationship Type="http://schemas.openxmlformats.org/officeDocument/2006/relationships/slideLayout" Target="/ppt/slideLayouts/slideLayout13.xml" Id="Ra09214d76d9f42fe" /><Relationship Type="http://schemas.openxmlformats.org/officeDocument/2006/relationships/slideLayout" Target="/ppt/slideLayouts/slideLayout14.xml" Id="R29493de377dd4ba0" /><Relationship Type="http://schemas.openxmlformats.org/officeDocument/2006/relationships/slideLayout" Target="/ppt/slideLayouts/slideLayout15.xml" Id="Rd57c429ff88943f2" /><Relationship Type="http://schemas.openxmlformats.org/officeDocument/2006/relationships/slideLayout" Target="/ppt/slideLayouts/slideLayout16.xml" Id="Rf444d42bfbed4b4c" /><Relationship Type="http://schemas.openxmlformats.org/officeDocument/2006/relationships/slideLayout" Target="/ppt/slideLayouts/slideLayout17.xml" Id="R97c7a328126e4716" /><Relationship Type="http://schemas.openxmlformats.org/officeDocument/2006/relationships/slideLayout" Target="/ppt/slideLayouts/slideLayout18.xml" Id="R6cca6f495c8c4e40" /><Relationship Type="http://schemas.openxmlformats.org/officeDocument/2006/relationships/slideLayout" Target="/ppt/slideLayouts/slideLayout19.xml" Id="Re4dd627fe9094d5d" /><Relationship Type="http://schemas.openxmlformats.org/officeDocument/2006/relationships/slideLayout" Target="/ppt/slideLayouts/slideLayout20.xml" Id="Rde8335f6bf324826" /><Relationship Type="http://schemas.openxmlformats.org/officeDocument/2006/relationships/slideLayout" Target="/ppt/slideLayouts/slideLayout21.xml" Id="R3a3b83ab3df24c66" /><Relationship Type="http://schemas.openxmlformats.org/officeDocument/2006/relationships/slideLayout" Target="/ppt/slideLayouts/slideLayout22.xml" Id="R9050003578cd41d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b483f89a0e44d17" /><Relationship Type="http://schemas.openxmlformats.org/officeDocument/2006/relationships/slideLayout" Target="/ppt/slideLayouts/slideLayout23.xml" Id="Rd9ec4bc6943e438e" /><Relationship Type="http://schemas.openxmlformats.org/officeDocument/2006/relationships/slideLayout" Target="/ppt/slideLayouts/slideLayout24.xml" Id="R38605b673cef4c37" /><Relationship Type="http://schemas.openxmlformats.org/officeDocument/2006/relationships/slideLayout" Target="/ppt/slideLayouts/slideLayout25.xml" Id="R0cf179fdfcc342c4" /><Relationship Type="http://schemas.openxmlformats.org/officeDocument/2006/relationships/slideLayout" Target="/ppt/slideLayouts/slideLayout26.xml" Id="R50324171ceca4d38" /><Relationship Type="http://schemas.openxmlformats.org/officeDocument/2006/relationships/slideLayout" Target="/ppt/slideLayouts/slideLayout27.xml" Id="R934c8c43076d4d2c" /><Relationship Type="http://schemas.openxmlformats.org/officeDocument/2006/relationships/slideLayout" Target="/ppt/slideLayouts/slideLayout28.xml" Id="R72a6dc8990274f22" /><Relationship Type="http://schemas.openxmlformats.org/officeDocument/2006/relationships/slideLayout" Target="/ppt/slideLayouts/slideLayout29.xml" Id="R91e900baf46a4bcd" /><Relationship Type="http://schemas.openxmlformats.org/officeDocument/2006/relationships/slideLayout" Target="/ppt/slideLayouts/slideLayout30.xml" Id="R78764d7be7404a84" /><Relationship Type="http://schemas.openxmlformats.org/officeDocument/2006/relationships/slideLayout" Target="/ppt/slideLayouts/slideLayout31.xml" Id="R66d676f6d8f24708" /><Relationship Type="http://schemas.openxmlformats.org/officeDocument/2006/relationships/slideLayout" Target="/ppt/slideLayouts/slideLayout32.xml" Id="Rb363e21b3de44177" /><Relationship Type="http://schemas.openxmlformats.org/officeDocument/2006/relationships/slideLayout" Target="/ppt/slideLayouts/slideLayout33.xml" Id="Re4b7df767a744e1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1310eeb08d4f1d"/>
    <p:sldLayoutId xmlns:r="http://schemas.openxmlformats.org/officeDocument/2006/relationships" id="2147483650" r:id="R4cf5588664254ff4"/>
    <p:sldLayoutId xmlns:r="http://schemas.openxmlformats.org/officeDocument/2006/relationships" id="2147483651" r:id="Rd959a8ffabd74cb9"/>
    <p:sldLayoutId xmlns:r="http://schemas.openxmlformats.org/officeDocument/2006/relationships" id="2147483652" r:id="R644d5ced44854b78"/>
    <p:sldLayoutId xmlns:r="http://schemas.openxmlformats.org/officeDocument/2006/relationships" id="2147483653" r:id="R2b2465e057014954"/>
    <p:sldLayoutId xmlns:r="http://schemas.openxmlformats.org/officeDocument/2006/relationships" id="2147483654" r:id="R4a3e32fc82ed42f4"/>
    <p:sldLayoutId xmlns:r="http://schemas.openxmlformats.org/officeDocument/2006/relationships" id="2147483655" r:id="Ra5f5e6e35cd646d4"/>
    <p:sldLayoutId xmlns:r="http://schemas.openxmlformats.org/officeDocument/2006/relationships" id="2147483656" r:id="Re5fa67fcb438477f"/>
    <p:sldLayoutId xmlns:r="http://schemas.openxmlformats.org/officeDocument/2006/relationships" id="2147483657" r:id="R0468ee569f054d1a"/>
    <p:sldLayoutId xmlns:r="http://schemas.openxmlformats.org/officeDocument/2006/relationships" id="2147483658" r:id="R340f3d8170194236"/>
    <p:sldLayoutId xmlns:r="http://schemas.openxmlformats.org/officeDocument/2006/relationships" id="2147483659" r:id="R2f10746bb9c343c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332656f3ca34ab3"/>
    <p:sldLayoutId xmlns:r="http://schemas.openxmlformats.org/officeDocument/2006/relationships" id="2147483662" r:id="Ra09214d76d9f42fe"/>
    <p:sldLayoutId xmlns:r="http://schemas.openxmlformats.org/officeDocument/2006/relationships" id="2147483663" r:id="R29493de377dd4ba0"/>
    <p:sldLayoutId xmlns:r="http://schemas.openxmlformats.org/officeDocument/2006/relationships" id="2147483664" r:id="Rd57c429ff88943f2"/>
    <p:sldLayoutId xmlns:r="http://schemas.openxmlformats.org/officeDocument/2006/relationships" id="2147483665" r:id="Rf444d42bfbed4b4c"/>
    <p:sldLayoutId xmlns:r="http://schemas.openxmlformats.org/officeDocument/2006/relationships" id="2147483666" r:id="R97c7a328126e4716"/>
    <p:sldLayoutId xmlns:r="http://schemas.openxmlformats.org/officeDocument/2006/relationships" id="2147483667" r:id="R6cca6f495c8c4e40"/>
    <p:sldLayoutId xmlns:r="http://schemas.openxmlformats.org/officeDocument/2006/relationships" id="2147483668" r:id="Re4dd627fe9094d5d"/>
    <p:sldLayoutId xmlns:r="http://schemas.openxmlformats.org/officeDocument/2006/relationships" id="2147483669" r:id="Rde8335f6bf324826"/>
    <p:sldLayoutId xmlns:r="http://schemas.openxmlformats.org/officeDocument/2006/relationships" id="2147483670" r:id="R3a3b83ab3df24c66"/>
    <p:sldLayoutId xmlns:r="http://schemas.openxmlformats.org/officeDocument/2006/relationships" id="2147483671" r:id="R9050003578cd41d5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d9ec4bc6943e438e"/>
    <p:sldLayoutId xmlns:r="http://schemas.openxmlformats.org/officeDocument/2006/relationships" id="2147483674" r:id="R38605b673cef4c37"/>
    <p:sldLayoutId xmlns:r="http://schemas.openxmlformats.org/officeDocument/2006/relationships" id="2147483675" r:id="R0cf179fdfcc342c4"/>
    <p:sldLayoutId xmlns:r="http://schemas.openxmlformats.org/officeDocument/2006/relationships" id="2147483676" r:id="R50324171ceca4d38"/>
    <p:sldLayoutId xmlns:r="http://schemas.openxmlformats.org/officeDocument/2006/relationships" id="2147483677" r:id="R934c8c43076d4d2c"/>
    <p:sldLayoutId xmlns:r="http://schemas.openxmlformats.org/officeDocument/2006/relationships" id="2147483678" r:id="R72a6dc8990274f22"/>
    <p:sldLayoutId xmlns:r="http://schemas.openxmlformats.org/officeDocument/2006/relationships" id="2147483679" r:id="R91e900baf46a4bcd"/>
    <p:sldLayoutId xmlns:r="http://schemas.openxmlformats.org/officeDocument/2006/relationships" id="2147483680" r:id="R78764d7be7404a84"/>
    <p:sldLayoutId xmlns:r="http://schemas.openxmlformats.org/officeDocument/2006/relationships" id="2147483681" r:id="R66d676f6d8f24708"/>
    <p:sldLayoutId xmlns:r="http://schemas.openxmlformats.org/officeDocument/2006/relationships" id="2147483682" r:id="Rb363e21b3de44177"/>
    <p:sldLayoutId xmlns:r="http://schemas.openxmlformats.org/officeDocument/2006/relationships" id="2147483683" r:id="Re4b7df767a744e1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4d6e2f3494690" /><Relationship Type="http://schemas.openxmlformats.org/officeDocument/2006/relationships/image" Target="/ppt/media/image.jpeg" Id="R2c30c010fd8740af" /><Relationship Type="http://schemas.openxmlformats.org/officeDocument/2006/relationships/notesSlide" Target="/ppt/notesSlides/notesSlide1.xml" Id="R6476c2b3a745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4106ba2f0417c" /><Relationship Type="http://schemas.openxmlformats.org/officeDocument/2006/relationships/image" Target="/ppt/media/image2.jpeg" Id="R85d857a16d9e4c31" /><Relationship Type="http://schemas.openxmlformats.org/officeDocument/2006/relationships/notesSlide" Target="/ppt/notesSlides/notesSlide2.xml" Id="Rb87078ea10b24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3a390bed30a4b31" /><Relationship Type="http://schemas.openxmlformats.org/officeDocument/2006/relationships/image" Target="/ppt/media/image2.jpeg" Id="R58a050286bc141cd" /><Relationship Type="http://schemas.openxmlformats.org/officeDocument/2006/relationships/notesSlide" Target="/ppt/notesSlides/notesSlide3.xml" Id="Rd06311b8d31b4f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3e0764f0d80417f" /><Relationship Type="http://schemas.openxmlformats.org/officeDocument/2006/relationships/image" Target="/ppt/media/image2.jpeg" Id="Ra8c3a6c1b7274832" /><Relationship Type="http://schemas.openxmlformats.org/officeDocument/2006/relationships/notesSlide" Target="/ppt/notesSlides/notesSlide4.xml" Id="R72ab521e55e4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e06fa9a3ec245a2" /><Relationship Type="http://schemas.openxmlformats.org/officeDocument/2006/relationships/image" Target="/ppt/media/image2.jpeg" Id="R3cd35985ebbc4cbb" /><Relationship Type="http://schemas.openxmlformats.org/officeDocument/2006/relationships/notesSlide" Target="/ppt/notesSlides/notesSlide5.xml" Id="Ra8f3eb4d8d4845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783b9c6c0469c" /><Relationship Type="http://schemas.openxmlformats.org/officeDocument/2006/relationships/image" Target="/ppt/media/image2.jpeg" Id="Rdb8ad2bf88114867" /><Relationship Type="http://schemas.openxmlformats.org/officeDocument/2006/relationships/image" Target="/ppt/media/image.png" Id="Rbec3be66eb394804" /><Relationship Type="http://schemas.openxmlformats.org/officeDocument/2006/relationships/notesSlide" Target="/ppt/notesSlides/notesSlide6.xml" Id="Rebc924feb4bb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7939af99859480e" /><Relationship Type="http://schemas.openxmlformats.org/officeDocument/2006/relationships/notesSlide" Target="/ppt/notesSlides/notesSlide7.xml" Id="R984dcfd1c0654a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</a:t>
            </a:r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校招宣讲会</a:t>
            </a:r>
            <a:endParaRPr sz="3600" spc="100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0c010fd8740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张聪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857a16d9e4c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050286bc1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6" y="1908110"/>
            <a:ext cx="9699171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清华大学｜互动媒体设计与技术硕士
华中科技大学｜自动化学士
Unity / UE · C++ / C# / Python
当前：火影忍者项目组｜Unity 战斗技术策划
经历：腾讯 J1 客户端与 UE 战斗技术策划｜莉莉丝工具技术策划
方向：战斗系统 · 技能配置自动化 · 策划工具链 · 3C 交互
研究：感知与反馈融合的交互设备
成果：IROS 2025 一作｜发明专利申请</a:t>
            </a: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1. </a:t>
            </a: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3a6c1b727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命题研究展示（游戏提案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/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（游戏提案思路逻辑呈现；若有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，需要安排评委游戏体验环节）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35985ebbc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1~2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ad2bf8811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3be66eb3948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4840" y="217868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附：浅色背景</a:t>
            </a:r>
          </a:p>
        </p:txBody>
      </p:sp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2026-08-13T06:50:32.6210000Z</dcterms:created>
  <dcterms:modified xsi:type="dcterms:W3CDTF">2026-08-13T06:50:32.6210000Z</dcterms:modified>
</coreProperties>
</file>