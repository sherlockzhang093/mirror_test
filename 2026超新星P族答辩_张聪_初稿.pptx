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fa4ebdad804ef9" /><Relationship Type="http://schemas.openxmlformats.org/officeDocument/2006/relationships/extended-properties" Target="/docProps/app.xml" Id="R92d94f67165b4454" /><Relationship Type="http://schemas.openxmlformats.org/officeDocument/2006/relationships/officeDocument" Target="/ppt/presentation.xml" Id="R0ee845e14c8f4b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afa6d1f99c45d4"/>
    <p:sldMasterId xmlns:r="http://schemas.openxmlformats.org/officeDocument/2006/relationships" id="2147483660" r:id="R2730b524a7eb49c2"/>
    <p:sldMasterId xmlns:r="http://schemas.openxmlformats.org/officeDocument/2006/relationships" id="2147483672" r:id="Rce53c4059abb40d0"/>
  </p:sldMasterIdLst>
  <p:notesMasterIdLst>
    <p:notesMasterId xmlns:r="http://schemas.openxmlformats.org/officeDocument/2006/relationships" r:id="R7046a3d4fd934210"/>
  </p:notesMasterIdLst>
  <p:sldIdLst>
    <p:sldId xmlns:r="http://schemas.openxmlformats.org/officeDocument/2006/relationships" id="256" r:id="R1382af8b1f244d97"/>
    <p:sldId xmlns:r="http://schemas.openxmlformats.org/officeDocument/2006/relationships" id="257" r:id="Ree3d676744c949e3"/>
    <p:sldId xmlns:r="http://schemas.openxmlformats.org/officeDocument/2006/relationships" id="258" r:id="R91510ab261ae4d21"/>
    <p:sldId xmlns:r="http://schemas.openxmlformats.org/officeDocument/2006/relationships" id="259" r:id="R3431bc340377423e"/>
    <p:sldId xmlns:r="http://schemas.openxmlformats.org/officeDocument/2006/relationships" id="260" r:id="Rb7294de1e3394064"/>
    <p:sldId xmlns:r="http://schemas.openxmlformats.org/officeDocument/2006/relationships" id="261" r:id="R53e5489ac8ab4eb4"/>
    <p:sldId xmlns:r="http://schemas.openxmlformats.org/officeDocument/2006/relationships" id="262" r:id="Rfc0d0f23dc9941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bb732472484c32" /><Relationship Type="http://schemas.openxmlformats.org/officeDocument/2006/relationships/slideMaster" Target="/ppt/slideMasters/slideMaster1.xml" Id="R77afa6d1f99c45d4" /><Relationship Type="http://schemas.openxmlformats.org/officeDocument/2006/relationships/slideMaster" Target="/ppt/slideMasters/slideMaster2.xml" Id="R2730b524a7eb49c2" /><Relationship Type="http://schemas.openxmlformats.org/officeDocument/2006/relationships/slideMaster" Target="/ppt/slideMasters/slideMaster3.xml" Id="Rce53c4059abb40d0" /><Relationship Type="http://schemas.openxmlformats.org/officeDocument/2006/relationships/notesMaster" Target="/ppt/notesMasters/notesMaster1.xml" Id="R7046a3d4fd934210" /><Relationship Type="http://schemas.openxmlformats.org/officeDocument/2006/relationships/presProps" Target="/ppt/presProps.xml" Id="R9a576f2d6b884945" /><Relationship Type="http://schemas.openxmlformats.org/officeDocument/2006/relationships/viewProps" Target="/ppt/viewProps.xml" Id="R082a639d2cac447c" /><Relationship Type="http://schemas.openxmlformats.org/officeDocument/2006/relationships/tableStyles" Target="/ppt/tableStyles.xml" Id="R1a68fe42634644f0" /><Relationship Type="http://schemas.openxmlformats.org/officeDocument/2006/relationships/slide" Target="/ppt/slides/slide1.xml" Id="R1382af8b1f244d97" /><Relationship Type="http://schemas.openxmlformats.org/officeDocument/2006/relationships/slide" Target="/ppt/slides/slide2.xml" Id="Ree3d676744c949e3" /><Relationship Type="http://schemas.openxmlformats.org/officeDocument/2006/relationships/slide" Target="/ppt/slides/slide3.xml" Id="R91510ab261ae4d21" /><Relationship Type="http://schemas.openxmlformats.org/officeDocument/2006/relationships/slide" Target="/ppt/slides/slide4.xml" Id="R3431bc340377423e" /><Relationship Type="http://schemas.openxmlformats.org/officeDocument/2006/relationships/slide" Target="/ppt/slides/slide5.xml" Id="Rb7294de1e3394064" /><Relationship Type="http://schemas.openxmlformats.org/officeDocument/2006/relationships/slide" Target="/ppt/slides/slide6.xml" Id="R53e5489ac8ab4eb4" /><Relationship Type="http://schemas.openxmlformats.org/officeDocument/2006/relationships/slide" Target="/ppt/slides/slide7.xml" Id="Rfc0d0f23dc9941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e15a90b24784d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ceb52dd6d44532" /><Relationship Type="http://schemas.openxmlformats.org/officeDocument/2006/relationships/notesMaster" Target="/ppt/notesMasters/notesMaster1.xml" Id="Rfd669c3865f849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09107ad22e4063" /><Relationship Type="http://schemas.openxmlformats.org/officeDocument/2006/relationships/notesMaster" Target="/ppt/notesMasters/notesMaster1.xml" Id="Ra2879ac96c154c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b1e6ed2b334be7" /><Relationship Type="http://schemas.openxmlformats.org/officeDocument/2006/relationships/notesMaster" Target="/ppt/notesMasters/notesMaster1.xml" Id="R76a376c803fe42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e2225b9d894103" /><Relationship Type="http://schemas.openxmlformats.org/officeDocument/2006/relationships/notesMaster" Target="/ppt/notesMasters/notesMaster1.xml" Id="R6869c24a87f646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bcd232f9b1405d" /><Relationship Type="http://schemas.openxmlformats.org/officeDocument/2006/relationships/notesMaster" Target="/ppt/notesMasters/notesMaster1.xml" Id="R4e55899c58e04a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369d3c523b4e96" /><Relationship Type="http://schemas.openxmlformats.org/officeDocument/2006/relationships/notesMaster" Target="/ppt/notesMasters/notesMaster1.xml" Id="R835fde28cfd640b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3879b672f845b9" /><Relationship Type="http://schemas.openxmlformats.org/officeDocument/2006/relationships/notesMaster" Target="/ppt/notesMasters/notesMaster1.xml" Id="Ra3e1b1ffd7f748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b0b50cf1c44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a736cf59943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ad74412f34d6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032073f1be47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95994072048b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02abd38cd4e0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c4d8eafa84a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dd7b460684ca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9bedc0095498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8b72aee29944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2cb48b87bc4ba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eae646c7b64cc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8b4b77d3455433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aa26a30d7004420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954a0a973d423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b20ce697a864b6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010b7554f34bb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b2e5fbc22f42e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8984c23a0c241d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868bd3370f4438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080b7e4937d41a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17b752afc2432e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531a06150be4c4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f11ffaeb979412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a60f5160e5744c5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bd2c95a09ff4e1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042b541b1dc4cc3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8342a04c1f64d97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a4f433f535240bd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2d66c0f02a54d9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1de26d0e883487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fb44abac357441a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6ace9e0d53947e1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150d9f3e4e4c08" /><Relationship Type="http://schemas.openxmlformats.org/officeDocument/2006/relationships/slideLayout" Target="/ppt/slideLayouts/slideLayout1.xml" Id="Rb023519fa306499c" /><Relationship Type="http://schemas.openxmlformats.org/officeDocument/2006/relationships/slideLayout" Target="/ppt/slideLayouts/slideLayout2.xml" Id="R912e3e3b06b84da7" /><Relationship Type="http://schemas.openxmlformats.org/officeDocument/2006/relationships/slideLayout" Target="/ppt/slideLayouts/slideLayout3.xml" Id="R624e5ef624da4989" /><Relationship Type="http://schemas.openxmlformats.org/officeDocument/2006/relationships/slideLayout" Target="/ppt/slideLayouts/slideLayout4.xml" Id="R7dda1efc238f4f12" /><Relationship Type="http://schemas.openxmlformats.org/officeDocument/2006/relationships/slideLayout" Target="/ppt/slideLayouts/slideLayout5.xml" Id="R841a366edc624fbb" /><Relationship Type="http://schemas.openxmlformats.org/officeDocument/2006/relationships/slideLayout" Target="/ppt/slideLayouts/slideLayout6.xml" Id="Rf92c938b0f33441f" /><Relationship Type="http://schemas.openxmlformats.org/officeDocument/2006/relationships/slideLayout" Target="/ppt/slideLayouts/slideLayout7.xml" Id="Rb90938271bbe420c" /><Relationship Type="http://schemas.openxmlformats.org/officeDocument/2006/relationships/slideLayout" Target="/ppt/slideLayouts/slideLayout8.xml" Id="R4153840d39bc459b" /><Relationship Type="http://schemas.openxmlformats.org/officeDocument/2006/relationships/slideLayout" Target="/ppt/slideLayouts/slideLayout9.xml" Id="R674f9a3adf2a4f4e" /><Relationship Type="http://schemas.openxmlformats.org/officeDocument/2006/relationships/slideLayout" Target="/ppt/slideLayouts/slideLayout10.xml" Id="Rf87a423b57184d05" /><Relationship Type="http://schemas.openxmlformats.org/officeDocument/2006/relationships/slideLayout" Target="/ppt/slideLayouts/slideLayout11.xml" Id="Rc8f54a208470438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4677fc7c05146d1" /><Relationship Type="http://schemas.openxmlformats.org/officeDocument/2006/relationships/slideLayout" Target="/ppt/slideLayouts/slideLayout12.xml" Id="R24e5595bc8ce45c3" /><Relationship Type="http://schemas.openxmlformats.org/officeDocument/2006/relationships/slideLayout" Target="/ppt/slideLayouts/slideLayout13.xml" Id="Rf8d43ddfb9494de9" /><Relationship Type="http://schemas.openxmlformats.org/officeDocument/2006/relationships/slideLayout" Target="/ppt/slideLayouts/slideLayout14.xml" Id="Rfd136c15557c49d2" /><Relationship Type="http://schemas.openxmlformats.org/officeDocument/2006/relationships/slideLayout" Target="/ppt/slideLayouts/slideLayout15.xml" Id="R90b14d5a3a5a4690" /><Relationship Type="http://schemas.openxmlformats.org/officeDocument/2006/relationships/slideLayout" Target="/ppt/slideLayouts/slideLayout16.xml" Id="Rf3c2fb06d3ab4946" /><Relationship Type="http://schemas.openxmlformats.org/officeDocument/2006/relationships/slideLayout" Target="/ppt/slideLayouts/slideLayout17.xml" Id="R071f1a22f02e4a7d" /><Relationship Type="http://schemas.openxmlformats.org/officeDocument/2006/relationships/slideLayout" Target="/ppt/slideLayouts/slideLayout18.xml" Id="R074969aeec154a0a" /><Relationship Type="http://schemas.openxmlformats.org/officeDocument/2006/relationships/slideLayout" Target="/ppt/slideLayouts/slideLayout19.xml" Id="R298f73e4b0b345a6" /><Relationship Type="http://schemas.openxmlformats.org/officeDocument/2006/relationships/slideLayout" Target="/ppt/slideLayouts/slideLayout20.xml" Id="Rb028babec67b481a" /><Relationship Type="http://schemas.openxmlformats.org/officeDocument/2006/relationships/slideLayout" Target="/ppt/slideLayouts/slideLayout21.xml" Id="Rd4c39b86549b411a" /><Relationship Type="http://schemas.openxmlformats.org/officeDocument/2006/relationships/slideLayout" Target="/ppt/slideLayouts/slideLayout22.xml" Id="R9db6dff638004b9f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17f28c2334a44055" /><Relationship Type="http://schemas.openxmlformats.org/officeDocument/2006/relationships/slideLayout" Target="/ppt/slideLayouts/slideLayout23.xml" Id="R8f4be2d807a64abc" /><Relationship Type="http://schemas.openxmlformats.org/officeDocument/2006/relationships/slideLayout" Target="/ppt/slideLayouts/slideLayout24.xml" Id="R377fe1f6ba514899" /><Relationship Type="http://schemas.openxmlformats.org/officeDocument/2006/relationships/slideLayout" Target="/ppt/slideLayouts/slideLayout25.xml" Id="R5215a5646dd74444" /><Relationship Type="http://schemas.openxmlformats.org/officeDocument/2006/relationships/slideLayout" Target="/ppt/slideLayouts/slideLayout26.xml" Id="Rb63cdca96748498b" /><Relationship Type="http://schemas.openxmlformats.org/officeDocument/2006/relationships/slideLayout" Target="/ppt/slideLayouts/slideLayout27.xml" Id="R58c746d1d6ea4623" /><Relationship Type="http://schemas.openxmlformats.org/officeDocument/2006/relationships/slideLayout" Target="/ppt/slideLayouts/slideLayout28.xml" Id="R02ae9f4a92274fde" /><Relationship Type="http://schemas.openxmlformats.org/officeDocument/2006/relationships/slideLayout" Target="/ppt/slideLayouts/slideLayout29.xml" Id="Rafb451ff9a444e98" /><Relationship Type="http://schemas.openxmlformats.org/officeDocument/2006/relationships/slideLayout" Target="/ppt/slideLayouts/slideLayout30.xml" Id="Rd626862d115b45c3" /><Relationship Type="http://schemas.openxmlformats.org/officeDocument/2006/relationships/slideLayout" Target="/ppt/slideLayouts/slideLayout31.xml" Id="Rbeb3b80ccf9b4c31" /><Relationship Type="http://schemas.openxmlformats.org/officeDocument/2006/relationships/slideLayout" Target="/ppt/slideLayouts/slideLayout32.xml" Id="Rff993dd327644f8b" /><Relationship Type="http://schemas.openxmlformats.org/officeDocument/2006/relationships/slideLayout" Target="/ppt/slideLayouts/slideLayout33.xml" Id="R37ef3718f8fa424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23519fa306499c"/>
    <p:sldLayoutId xmlns:r="http://schemas.openxmlformats.org/officeDocument/2006/relationships" id="2147483650" r:id="R912e3e3b06b84da7"/>
    <p:sldLayoutId xmlns:r="http://schemas.openxmlformats.org/officeDocument/2006/relationships" id="2147483651" r:id="R624e5ef624da4989"/>
    <p:sldLayoutId xmlns:r="http://schemas.openxmlformats.org/officeDocument/2006/relationships" id="2147483652" r:id="R7dda1efc238f4f12"/>
    <p:sldLayoutId xmlns:r="http://schemas.openxmlformats.org/officeDocument/2006/relationships" id="2147483653" r:id="R841a366edc624fbb"/>
    <p:sldLayoutId xmlns:r="http://schemas.openxmlformats.org/officeDocument/2006/relationships" id="2147483654" r:id="Rf92c938b0f33441f"/>
    <p:sldLayoutId xmlns:r="http://schemas.openxmlformats.org/officeDocument/2006/relationships" id="2147483655" r:id="Rb90938271bbe420c"/>
    <p:sldLayoutId xmlns:r="http://schemas.openxmlformats.org/officeDocument/2006/relationships" id="2147483656" r:id="R4153840d39bc459b"/>
    <p:sldLayoutId xmlns:r="http://schemas.openxmlformats.org/officeDocument/2006/relationships" id="2147483657" r:id="R674f9a3adf2a4f4e"/>
    <p:sldLayoutId xmlns:r="http://schemas.openxmlformats.org/officeDocument/2006/relationships" id="2147483658" r:id="Rf87a423b57184d05"/>
    <p:sldLayoutId xmlns:r="http://schemas.openxmlformats.org/officeDocument/2006/relationships" id="2147483659" r:id="Rc8f54a208470438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4e5595bc8ce45c3"/>
    <p:sldLayoutId xmlns:r="http://schemas.openxmlformats.org/officeDocument/2006/relationships" id="2147483662" r:id="Rf8d43ddfb9494de9"/>
    <p:sldLayoutId xmlns:r="http://schemas.openxmlformats.org/officeDocument/2006/relationships" id="2147483663" r:id="Rfd136c15557c49d2"/>
    <p:sldLayoutId xmlns:r="http://schemas.openxmlformats.org/officeDocument/2006/relationships" id="2147483664" r:id="R90b14d5a3a5a4690"/>
    <p:sldLayoutId xmlns:r="http://schemas.openxmlformats.org/officeDocument/2006/relationships" id="2147483665" r:id="Rf3c2fb06d3ab4946"/>
    <p:sldLayoutId xmlns:r="http://schemas.openxmlformats.org/officeDocument/2006/relationships" id="2147483666" r:id="R071f1a22f02e4a7d"/>
    <p:sldLayoutId xmlns:r="http://schemas.openxmlformats.org/officeDocument/2006/relationships" id="2147483667" r:id="R074969aeec154a0a"/>
    <p:sldLayoutId xmlns:r="http://schemas.openxmlformats.org/officeDocument/2006/relationships" id="2147483668" r:id="R298f73e4b0b345a6"/>
    <p:sldLayoutId xmlns:r="http://schemas.openxmlformats.org/officeDocument/2006/relationships" id="2147483669" r:id="Rb028babec67b481a"/>
    <p:sldLayoutId xmlns:r="http://schemas.openxmlformats.org/officeDocument/2006/relationships" id="2147483670" r:id="Rd4c39b86549b411a"/>
    <p:sldLayoutId xmlns:r="http://schemas.openxmlformats.org/officeDocument/2006/relationships" id="2147483671" r:id="R9db6dff638004b9f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2026/7/9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8f4be2d807a64abc"/>
    <p:sldLayoutId xmlns:r="http://schemas.openxmlformats.org/officeDocument/2006/relationships" id="2147483674" r:id="R377fe1f6ba514899"/>
    <p:sldLayoutId xmlns:r="http://schemas.openxmlformats.org/officeDocument/2006/relationships" id="2147483675" r:id="R5215a5646dd74444"/>
    <p:sldLayoutId xmlns:r="http://schemas.openxmlformats.org/officeDocument/2006/relationships" id="2147483676" r:id="Rb63cdca96748498b"/>
    <p:sldLayoutId xmlns:r="http://schemas.openxmlformats.org/officeDocument/2006/relationships" id="2147483677" r:id="R58c746d1d6ea4623"/>
    <p:sldLayoutId xmlns:r="http://schemas.openxmlformats.org/officeDocument/2006/relationships" id="2147483678" r:id="R02ae9f4a92274fde"/>
    <p:sldLayoutId xmlns:r="http://schemas.openxmlformats.org/officeDocument/2006/relationships" id="2147483679" r:id="Rafb451ff9a444e98"/>
    <p:sldLayoutId xmlns:r="http://schemas.openxmlformats.org/officeDocument/2006/relationships" id="2147483680" r:id="Rd626862d115b45c3"/>
    <p:sldLayoutId xmlns:r="http://schemas.openxmlformats.org/officeDocument/2006/relationships" id="2147483681" r:id="Rbeb3b80ccf9b4c31"/>
    <p:sldLayoutId xmlns:r="http://schemas.openxmlformats.org/officeDocument/2006/relationships" id="2147483682" r:id="Rff993dd327644f8b"/>
    <p:sldLayoutId xmlns:r="http://schemas.openxmlformats.org/officeDocument/2006/relationships" id="2147483683" r:id="R37ef3718f8fa42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43e1456854ad7" /><Relationship Type="http://schemas.openxmlformats.org/officeDocument/2006/relationships/image" Target="/ppt/media/image.jpeg" Id="R16f9c3a126684641" /><Relationship Type="http://schemas.openxmlformats.org/officeDocument/2006/relationships/notesSlide" Target="/ppt/notesSlides/notesSlide1.xml" Id="R27daa263696b44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d85ac73754f41" /><Relationship Type="http://schemas.openxmlformats.org/officeDocument/2006/relationships/image" Target="/ppt/media/image2.jpeg" Id="R908de16b1620435b" /><Relationship Type="http://schemas.openxmlformats.org/officeDocument/2006/relationships/notesSlide" Target="/ppt/notesSlides/notesSlide2.xml" Id="R87671d8eb55b43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c31f77b58ad4f50" /><Relationship Type="http://schemas.openxmlformats.org/officeDocument/2006/relationships/image" Target="/ppt/media/image2.jpeg" Id="R809326a3bc5a4ab5" /><Relationship Type="http://schemas.openxmlformats.org/officeDocument/2006/relationships/notesSlide" Target="/ppt/notesSlides/notesSlide3.xml" Id="R76b40582205b4b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b750daf634b4d45" /><Relationship Type="http://schemas.openxmlformats.org/officeDocument/2006/relationships/image" Target="/ppt/media/image2.jpeg" Id="R91755e81eea74f52" /><Relationship Type="http://schemas.openxmlformats.org/officeDocument/2006/relationships/notesSlide" Target="/ppt/notesSlides/notesSlide4.xml" Id="R3649bdf8433c40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f210731781f4a89" /><Relationship Type="http://schemas.openxmlformats.org/officeDocument/2006/relationships/image" Target="/ppt/media/image2.jpeg" Id="R8109e2b22fb04248" /><Relationship Type="http://schemas.openxmlformats.org/officeDocument/2006/relationships/notesSlide" Target="/ppt/notesSlides/notesSlide5.xml" Id="R6854532a705b42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4c1da87c434cd2" /><Relationship Type="http://schemas.openxmlformats.org/officeDocument/2006/relationships/image" Target="/ppt/media/image2.jpeg" Id="R0ae2a0a76e3e41d1" /><Relationship Type="http://schemas.openxmlformats.org/officeDocument/2006/relationships/image" Target="/ppt/media/image.png" Id="R0220be7f7768422e" /><Relationship Type="http://schemas.openxmlformats.org/officeDocument/2006/relationships/notesSlide" Target="/ppt/notesSlides/notesSlide6.xml" Id="R84ae85aee12f4a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37ce1199243542c2" /><Relationship Type="http://schemas.openxmlformats.org/officeDocument/2006/relationships/notesSlide" Target="/ppt/notesSlides/notesSlide7.xml" Id="R6f590bad3bf242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  <a:endParaRPr sz="5400" b="1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</a:t>
            </a:r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校招宣讲会</a:t>
            </a:r>
            <a:endParaRPr sz="3600" spc="100">
              <a:solidFill>
                <a:schemeClr val="bg1"/>
              </a:solidFill>
              <a:latin typeface="腾讯体"/>
              <a:ea typeface="腾讯体"/>
              <a:cs typeface="腾讯体"/>
            </a:endParaRP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9c3a1266846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</a:t>
            </a: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张聪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  <a:endParaRPr sz="2000">
              <a:solidFill>
                <a:srgbClr val="4182D5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de16b162043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9326a3bc5a4a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136" y="1908110"/>
            <a:ext cx="9699171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清华大学｜互动媒体设计与技术
火影忍者项目组｜技术策划
2026 年 6 月加入腾讯游戏
在导师 phynoluo（罗斯颖）与 Leader loynliu（刘荃）的指导下开展实习工作</a:t>
            </a: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1. </a:t>
            </a: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55e81eea74f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2 .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命题研究展示（游戏提案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/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课题研究）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04" y="1238664"/>
            <a:ext cx="9866651" cy="3862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按照题目要求，完整呈现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其中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游戏提案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（游戏提案思路逻辑呈现；若有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demo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，需要安排评委游戏体验环节）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对命题研究的总结，不仅限于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阐述任务过程中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遇到的挑战和难度，你如何克服的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在命题研究中，你需要加强哪些方面的能力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09e2b22fb042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1151300"/>
            <a:ext cx="9638522" cy="513986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在腾讯负责的整体工作情况；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重点谈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1~2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个你认为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最成功或最能体现个人专业能力的项目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产出或成果；或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个你负责的比较遗憾或失败的项目；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【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小结与思考</a:t>
            </a: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】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在项目组实习过程中的总结，不仅限于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过程中的挑战和难度在哪里，你如何克服的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过程中你做过哪些重要的决策或抉择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有哪些方法论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工具的应用或突破</a:t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在工作中，你需要加强哪方面的能力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610" y="335548"/>
            <a:ext cx="8532845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3 . </a:t>
            </a: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3200" b="0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2a0a76e3e41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0be7f776842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FBC5B85-5E1F-4900-B546-300D80EE7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4840" y="217868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latin typeface="微软雅黑"/>
                <a:ea typeface="微软雅黑"/>
                <a:cs typeface="微软雅黑"/>
              </a:rPr>
              <a:t>附：浅色背景</a:t>
            </a:r>
          </a:p>
        </p:txBody>
      </p:sp>
    </p:spTree>
    <p:extLst>
      <p:ext uri="{BB962C8B-B14F-4D97-AF65-F5344CB8AC3E}">
        <p14:creationId xmlns:p14="http://schemas.microsoft.com/office/powerpoint/2010/main" val="1667293331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2026-08-13T06:41:09.9420000Z</dcterms:created>
  <dcterms:modified xsi:type="dcterms:W3CDTF">2026-08-13T06:41:09.9420000Z</dcterms:modified>
</coreProperties>
</file>