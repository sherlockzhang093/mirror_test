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532f2c4c0c4183" /><Relationship Type="http://schemas.openxmlformats.org/officeDocument/2006/relationships/extended-properties" Target="/docProps/app.xml" Id="R7cba09f0855944a4" /><Relationship Type="http://schemas.openxmlformats.org/officeDocument/2006/relationships/officeDocument" Target="/ppt/presentation.xml" Id="Rb3ebfca1a41f4d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cdf291f4b74423"/>
    <p:sldMasterId xmlns:r="http://schemas.openxmlformats.org/officeDocument/2006/relationships" id="2147483660" r:id="R40ad84aee1984b01"/>
    <p:sldMasterId xmlns:r="http://schemas.openxmlformats.org/officeDocument/2006/relationships" id="2147483672" r:id="R990f98356cf141be"/>
  </p:sldMasterIdLst>
  <p:notesMasterIdLst>
    <p:notesMasterId xmlns:r="http://schemas.openxmlformats.org/officeDocument/2006/relationships" r:id="R0c7e77cf547d4438"/>
  </p:notesMasterIdLst>
  <p:sldIdLst>
    <p:sldId xmlns:r="http://schemas.openxmlformats.org/officeDocument/2006/relationships" id="256" r:id="R361cc42f2d8441b8"/>
    <p:sldId xmlns:r="http://schemas.openxmlformats.org/officeDocument/2006/relationships" id="257" r:id="R54d21bca292c40e6"/>
    <p:sldId xmlns:r="http://schemas.openxmlformats.org/officeDocument/2006/relationships" id="258" r:id="Re6d0b686d6b14399"/>
    <p:sldId xmlns:r="http://schemas.openxmlformats.org/officeDocument/2006/relationships" id="259" r:id="Ree5bc7671c354136"/>
    <p:sldId xmlns:r="http://schemas.openxmlformats.org/officeDocument/2006/relationships" id="260" r:id="Rb841d372a91f41ce"/>
    <p:sldId xmlns:r="http://schemas.openxmlformats.org/officeDocument/2006/relationships" id="261" r:id="R1b540700540749f8"/>
    <p:sldId xmlns:r="http://schemas.openxmlformats.org/officeDocument/2006/relationships" id="262" r:id="R70699cfd88e545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948bf51f474455" /><Relationship Type="http://schemas.openxmlformats.org/officeDocument/2006/relationships/slideMaster" Target="/ppt/slideMasters/slideMaster1.xml" Id="R47cdf291f4b74423" /><Relationship Type="http://schemas.openxmlformats.org/officeDocument/2006/relationships/slideMaster" Target="/ppt/slideMasters/slideMaster2.xml" Id="R40ad84aee1984b01" /><Relationship Type="http://schemas.openxmlformats.org/officeDocument/2006/relationships/slideMaster" Target="/ppt/slideMasters/slideMaster3.xml" Id="R990f98356cf141be" /><Relationship Type="http://schemas.openxmlformats.org/officeDocument/2006/relationships/notesMaster" Target="/ppt/notesMasters/notesMaster1.xml" Id="R0c7e77cf547d4438" /><Relationship Type="http://schemas.openxmlformats.org/officeDocument/2006/relationships/presProps" Target="/ppt/presProps.xml" Id="R5bfb5350cf01404b" /><Relationship Type="http://schemas.openxmlformats.org/officeDocument/2006/relationships/viewProps" Target="/ppt/viewProps.xml" Id="R72b37c54f7914b73" /><Relationship Type="http://schemas.openxmlformats.org/officeDocument/2006/relationships/tableStyles" Target="/ppt/tableStyles.xml" Id="Re5614a5b772d4d85" /><Relationship Type="http://schemas.openxmlformats.org/officeDocument/2006/relationships/slide" Target="/ppt/slides/slide1.xml" Id="R361cc42f2d8441b8" /><Relationship Type="http://schemas.openxmlformats.org/officeDocument/2006/relationships/slide" Target="/ppt/slides/slide2.xml" Id="R54d21bca292c40e6" /><Relationship Type="http://schemas.openxmlformats.org/officeDocument/2006/relationships/slide" Target="/ppt/slides/slide3.xml" Id="Re6d0b686d6b14399" /><Relationship Type="http://schemas.openxmlformats.org/officeDocument/2006/relationships/slide" Target="/ppt/slides/slide4.xml" Id="Ree5bc7671c354136" /><Relationship Type="http://schemas.openxmlformats.org/officeDocument/2006/relationships/slide" Target="/ppt/slides/slide5.xml" Id="Rb841d372a91f41ce" /><Relationship Type="http://schemas.openxmlformats.org/officeDocument/2006/relationships/slide" Target="/ppt/slides/slide6.xml" Id="R1b540700540749f8" /><Relationship Type="http://schemas.openxmlformats.org/officeDocument/2006/relationships/slide" Target="/ppt/slides/slide7.xml" Id="R70699cfd88e545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a854459e93540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5034781976404b" /><Relationship Type="http://schemas.openxmlformats.org/officeDocument/2006/relationships/notesMaster" Target="/ppt/notesMasters/notesMaster1.xml" Id="Rbada267b561a44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56e596586b45de" /><Relationship Type="http://schemas.openxmlformats.org/officeDocument/2006/relationships/notesMaster" Target="/ppt/notesMasters/notesMaster1.xml" Id="R1334bfc4a92c42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07cbe098a340e1" /><Relationship Type="http://schemas.openxmlformats.org/officeDocument/2006/relationships/notesMaster" Target="/ppt/notesMasters/notesMaster1.xml" Id="R578ca25f5ca14d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60e5823a92410b" /><Relationship Type="http://schemas.openxmlformats.org/officeDocument/2006/relationships/notesMaster" Target="/ppt/notesMasters/notesMaster1.xml" Id="Rffdaaa556da94b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a01988e1a94a8a" /><Relationship Type="http://schemas.openxmlformats.org/officeDocument/2006/relationships/notesMaster" Target="/ppt/notesMasters/notesMaster1.xml" Id="Rcd92a06363b74d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79fccf34ab4a43" /><Relationship Type="http://schemas.openxmlformats.org/officeDocument/2006/relationships/notesMaster" Target="/ppt/notesMasters/notesMaster1.xml" Id="Rb23715e0c8f842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9e47442df54568" /><Relationship Type="http://schemas.openxmlformats.org/officeDocument/2006/relationships/notesMaster" Target="/ppt/notesMasters/notesMaster1.xml" Id="Ra525bf8cb43845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ccbfc54c045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4bba919054a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4b230f9cf4c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32e8aa9c749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f51e854b644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0a46be6604ac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976643dbc435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434b283e246e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da3c67fdc42e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bc9e9c87f41c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2ed04823248d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7ed586b0c2416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2936fc1c81474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674298efb3497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07902bd3214e3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9e9a9fd10e4cf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dd96f719d34e9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48d685ab0846e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c25a7a95f640a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2d4661bff9448b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1ae89b5b3e41e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92ea905141453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2d22c55cb0d4ddb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cc15a233da94bc2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9626416e0094738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8fb2152491c412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dc4ba2634494885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98c87e046ff4421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3db6ec292274200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320f26e7fbf4896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2dc40a767974b56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10c5d5322d140e9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e3954c2850041f4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e746f44b214399" /><Relationship Type="http://schemas.openxmlformats.org/officeDocument/2006/relationships/slideLayout" Target="/ppt/slideLayouts/slideLayout1.xml" Id="R5eb5c05c336a47f3" /><Relationship Type="http://schemas.openxmlformats.org/officeDocument/2006/relationships/slideLayout" Target="/ppt/slideLayouts/slideLayout2.xml" Id="R974fe0f9f15b4df4" /><Relationship Type="http://schemas.openxmlformats.org/officeDocument/2006/relationships/slideLayout" Target="/ppt/slideLayouts/slideLayout3.xml" Id="R9379c5eaa97a4f45" /><Relationship Type="http://schemas.openxmlformats.org/officeDocument/2006/relationships/slideLayout" Target="/ppt/slideLayouts/slideLayout4.xml" Id="R60772a8dec1146a2" /><Relationship Type="http://schemas.openxmlformats.org/officeDocument/2006/relationships/slideLayout" Target="/ppt/slideLayouts/slideLayout5.xml" Id="R983173574d9449a1" /><Relationship Type="http://schemas.openxmlformats.org/officeDocument/2006/relationships/slideLayout" Target="/ppt/slideLayouts/slideLayout6.xml" Id="Re8406d180d454f42" /><Relationship Type="http://schemas.openxmlformats.org/officeDocument/2006/relationships/slideLayout" Target="/ppt/slideLayouts/slideLayout7.xml" Id="R0412cffbac3f46d6" /><Relationship Type="http://schemas.openxmlformats.org/officeDocument/2006/relationships/slideLayout" Target="/ppt/slideLayouts/slideLayout8.xml" Id="R68484b8069584a99" /><Relationship Type="http://schemas.openxmlformats.org/officeDocument/2006/relationships/slideLayout" Target="/ppt/slideLayouts/slideLayout9.xml" Id="Rb9e9f54b489a46b2" /><Relationship Type="http://schemas.openxmlformats.org/officeDocument/2006/relationships/slideLayout" Target="/ppt/slideLayouts/slideLayout10.xml" Id="R76edd445fd3143c1" /><Relationship Type="http://schemas.openxmlformats.org/officeDocument/2006/relationships/slideLayout" Target="/ppt/slideLayouts/slideLayout11.xml" Id="R684638462b7445d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b63a47b6b9d464f" /><Relationship Type="http://schemas.openxmlformats.org/officeDocument/2006/relationships/slideLayout" Target="/ppt/slideLayouts/slideLayout12.xml" Id="R11bf631890744e89" /><Relationship Type="http://schemas.openxmlformats.org/officeDocument/2006/relationships/slideLayout" Target="/ppt/slideLayouts/slideLayout13.xml" Id="Rf5ebc5a2d5a44447" /><Relationship Type="http://schemas.openxmlformats.org/officeDocument/2006/relationships/slideLayout" Target="/ppt/slideLayouts/slideLayout14.xml" Id="Re42b648a37ac4caa" /><Relationship Type="http://schemas.openxmlformats.org/officeDocument/2006/relationships/slideLayout" Target="/ppt/slideLayouts/slideLayout15.xml" Id="R7d9e3220ff994501" /><Relationship Type="http://schemas.openxmlformats.org/officeDocument/2006/relationships/slideLayout" Target="/ppt/slideLayouts/slideLayout16.xml" Id="R72d3732ab39a4692" /><Relationship Type="http://schemas.openxmlformats.org/officeDocument/2006/relationships/slideLayout" Target="/ppt/slideLayouts/slideLayout17.xml" Id="Rade91f15948441a0" /><Relationship Type="http://schemas.openxmlformats.org/officeDocument/2006/relationships/slideLayout" Target="/ppt/slideLayouts/slideLayout18.xml" Id="Rd2d5f28ab49445d8" /><Relationship Type="http://schemas.openxmlformats.org/officeDocument/2006/relationships/slideLayout" Target="/ppt/slideLayouts/slideLayout19.xml" Id="Rd649f7d1a55a4b4b" /><Relationship Type="http://schemas.openxmlformats.org/officeDocument/2006/relationships/slideLayout" Target="/ppt/slideLayouts/slideLayout20.xml" Id="R7daee66414534b79" /><Relationship Type="http://schemas.openxmlformats.org/officeDocument/2006/relationships/slideLayout" Target="/ppt/slideLayouts/slideLayout21.xml" Id="R63792ab4288d4280" /><Relationship Type="http://schemas.openxmlformats.org/officeDocument/2006/relationships/slideLayout" Target="/ppt/slideLayouts/slideLayout22.xml" Id="Ra8fb0916f73c466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37e2ef25e034062" /><Relationship Type="http://schemas.openxmlformats.org/officeDocument/2006/relationships/slideLayout" Target="/ppt/slideLayouts/slideLayout23.xml" Id="R42cd1e32bd304644" /><Relationship Type="http://schemas.openxmlformats.org/officeDocument/2006/relationships/slideLayout" Target="/ppt/slideLayouts/slideLayout24.xml" Id="Rc411e62bb7b74d89" /><Relationship Type="http://schemas.openxmlformats.org/officeDocument/2006/relationships/slideLayout" Target="/ppt/slideLayouts/slideLayout25.xml" Id="R79775537d259470f" /><Relationship Type="http://schemas.openxmlformats.org/officeDocument/2006/relationships/slideLayout" Target="/ppt/slideLayouts/slideLayout26.xml" Id="R989d1b965b284896" /><Relationship Type="http://schemas.openxmlformats.org/officeDocument/2006/relationships/slideLayout" Target="/ppt/slideLayouts/slideLayout27.xml" Id="R0f508b4278384791" /><Relationship Type="http://schemas.openxmlformats.org/officeDocument/2006/relationships/slideLayout" Target="/ppt/slideLayouts/slideLayout28.xml" Id="Ref6fadc72c4a45c5" /><Relationship Type="http://schemas.openxmlformats.org/officeDocument/2006/relationships/slideLayout" Target="/ppt/slideLayouts/slideLayout29.xml" Id="Rce4aa4b04b314e22" /><Relationship Type="http://schemas.openxmlformats.org/officeDocument/2006/relationships/slideLayout" Target="/ppt/slideLayouts/slideLayout30.xml" Id="R805fd5feb61a4813" /><Relationship Type="http://schemas.openxmlformats.org/officeDocument/2006/relationships/slideLayout" Target="/ppt/slideLayouts/slideLayout31.xml" Id="Rc11ed6b60dd34417" /><Relationship Type="http://schemas.openxmlformats.org/officeDocument/2006/relationships/slideLayout" Target="/ppt/slideLayouts/slideLayout32.xml" Id="R47b62714b1864bce" /><Relationship Type="http://schemas.openxmlformats.org/officeDocument/2006/relationships/slideLayout" Target="/ppt/slideLayouts/slideLayout33.xml" Id="Ra8c7239e9e16477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b5c05c336a47f3"/>
    <p:sldLayoutId xmlns:r="http://schemas.openxmlformats.org/officeDocument/2006/relationships" id="2147483650" r:id="R974fe0f9f15b4df4"/>
    <p:sldLayoutId xmlns:r="http://schemas.openxmlformats.org/officeDocument/2006/relationships" id="2147483651" r:id="R9379c5eaa97a4f45"/>
    <p:sldLayoutId xmlns:r="http://schemas.openxmlformats.org/officeDocument/2006/relationships" id="2147483652" r:id="R60772a8dec1146a2"/>
    <p:sldLayoutId xmlns:r="http://schemas.openxmlformats.org/officeDocument/2006/relationships" id="2147483653" r:id="R983173574d9449a1"/>
    <p:sldLayoutId xmlns:r="http://schemas.openxmlformats.org/officeDocument/2006/relationships" id="2147483654" r:id="Re8406d180d454f42"/>
    <p:sldLayoutId xmlns:r="http://schemas.openxmlformats.org/officeDocument/2006/relationships" id="2147483655" r:id="R0412cffbac3f46d6"/>
    <p:sldLayoutId xmlns:r="http://schemas.openxmlformats.org/officeDocument/2006/relationships" id="2147483656" r:id="R68484b8069584a99"/>
    <p:sldLayoutId xmlns:r="http://schemas.openxmlformats.org/officeDocument/2006/relationships" id="2147483657" r:id="Rb9e9f54b489a46b2"/>
    <p:sldLayoutId xmlns:r="http://schemas.openxmlformats.org/officeDocument/2006/relationships" id="2147483658" r:id="R76edd445fd3143c1"/>
    <p:sldLayoutId xmlns:r="http://schemas.openxmlformats.org/officeDocument/2006/relationships" id="2147483659" r:id="R684638462b7445d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1bf631890744e89"/>
    <p:sldLayoutId xmlns:r="http://schemas.openxmlformats.org/officeDocument/2006/relationships" id="2147483662" r:id="Rf5ebc5a2d5a44447"/>
    <p:sldLayoutId xmlns:r="http://schemas.openxmlformats.org/officeDocument/2006/relationships" id="2147483663" r:id="Re42b648a37ac4caa"/>
    <p:sldLayoutId xmlns:r="http://schemas.openxmlformats.org/officeDocument/2006/relationships" id="2147483664" r:id="R7d9e3220ff994501"/>
    <p:sldLayoutId xmlns:r="http://schemas.openxmlformats.org/officeDocument/2006/relationships" id="2147483665" r:id="R72d3732ab39a4692"/>
    <p:sldLayoutId xmlns:r="http://schemas.openxmlformats.org/officeDocument/2006/relationships" id="2147483666" r:id="Rade91f15948441a0"/>
    <p:sldLayoutId xmlns:r="http://schemas.openxmlformats.org/officeDocument/2006/relationships" id="2147483667" r:id="Rd2d5f28ab49445d8"/>
    <p:sldLayoutId xmlns:r="http://schemas.openxmlformats.org/officeDocument/2006/relationships" id="2147483668" r:id="Rd649f7d1a55a4b4b"/>
    <p:sldLayoutId xmlns:r="http://schemas.openxmlformats.org/officeDocument/2006/relationships" id="2147483669" r:id="R7daee66414534b79"/>
    <p:sldLayoutId xmlns:r="http://schemas.openxmlformats.org/officeDocument/2006/relationships" id="2147483670" r:id="R63792ab4288d4280"/>
    <p:sldLayoutId xmlns:r="http://schemas.openxmlformats.org/officeDocument/2006/relationships" id="2147483671" r:id="Ra8fb0916f73c4669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42cd1e32bd304644"/>
    <p:sldLayoutId xmlns:r="http://schemas.openxmlformats.org/officeDocument/2006/relationships" id="2147483674" r:id="Rc411e62bb7b74d89"/>
    <p:sldLayoutId xmlns:r="http://schemas.openxmlformats.org/officeDocument/2006/relationships" id="2147483675" r:id="R79775537d259470f"/>
    <p:sldLayoutId xmlns:r="http://schemas.openxmlformats.org/officeDocument/2006/relationships" id="2147483676" r:id="R989d1b965b284896"/>
    <p:sldLayoutId xmlns:r="http://schemas.openxmlformats.org/officeDocument/2006/relationships" id="2147483677" r:id="R0f508b4278384791"/>
    <p:sldLayoutId xmlns:r="http://schemas.openxmlformats.org/officeDocument/2006/relationships" id="2147483678" r:id="Ref6fadc72c4a45c5"/>
    <p:sldLayoutId xmlns:r="http://schemas.openxmlformats.org/officeDocument/2006/relationships" id="2147483679" r:id="Rce4aa4b04b314e22"/>
    <p:sldLayoutId xmlns:r="http://schemas.openxmlformats.org/officeDocument/2006/relationships" id="2147483680" r:id="R805fd5feb61a4813"/>
    <p:sldLayoutId xmlns:r="http://schemas.openxmlformats.org/officeDocument/2006/relationships" id="2147483681" r:id="Rc11ed6b60dd34417"/>
    <p:sldLayoutId xmlns:r="http://schemas.openxmlformats.org/officeDocument/2006/relationships" id="2147483682" r:id="R47b62714b1864bce"/>
    <p:sldLayoutId xmlns:r="http://schemas.openxmlformats.org/officeDocument/2006/relationships" id="2147483683" r:id="Ra8c7239e9e16477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5a4d8085448c8" /><Relationship Type="http://schemas.openxmlformats.org/officeDocument/2006/relationships/image" Target="/ppt/media/image.jpeg" Id="R0eeddc41483946ef" /><Relationship Type="http://schemas.openxmlformats.org/officeDocument/2006/relationships/notesSlide" Target="/ppt/notesSlides/notesSlide1.xml" Id="R561e827c52594c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859bc19244593" /><Relationship Type="http://schemas.openxmlformats.org/officeDocument/2006/relationships/image" Target="/ppt/media/image2.jpeg" Id="Rce3a9111ec2741fb" /><Relationship Type="http://schemas.openxmlformats.org/officeDocument/2006/relationships/notesSlide" Target="/ppt/notesSlides/notesSlide2.xml" Id="Recb42f99eccd4b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ce667022bc74c55" /><Relationship Type="http://schemas.openxmlformats.org/officeDocument/2006/relationships/image" Target="/ppt/media/image2.jpeg" Id="R3f09eb1d7e0644b7" /><Relationship Type="http://schemas.openxmlformats.org/officeDocument/2006/relationships/notesSlide" Target="/ppt/notesSlides/notesSlide3.xml" Id="R58c32aba652d44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d4a800f5de54f8c" /><Relationship Type="http://schemas.openxmlformats.org/officeDocument/2006/relationships/image" Target="/ppt/media/image2.jpeg" Id="R7af1c58ba73b48d4" /><Relationship Type="http://schemas.openxmlformats.org/officeDocument/2006/relationships/notesSlide" Target="/ppt/notesSlides/notesSlide4.xml" Id="R71125d8c266e40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5559e29d6d44f7f" /><Relationship Type="http://schemas.openxmlformats.org/officeDocument/2006/relationships/image" Target="/ppt/media/image2.jpeg" Id="Rb4bfb9a0a05a4770" /><Relationship Type="http://schemas.openxmlformats.org/officeDocument/2006/relationships/notesSlide" Target="/ppt/notesSlides/notesSlide5.xml" Id="R40441ab8683541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f47855fb3405e" /><Relationship Type="http://schemas.openxmlformats.org/officeDocument/2006/relationships/image" Target="/ppt/media/image2.jpeg" Id="Rcf04da2d3b8f4868" /><Relationship Type="http://schemas.openxmlformats.org/officeDocument/2006/relationships/image" Target="/ppt/media/image.png" Id="R76c29b7dfade452d" /><Relationship Type="http://schemas.openxmlformats.org/officeDocument/2006/relationships/notesSlide" Target="/ppt/notesSlides/notesSlide6.xml" Id="R9a2622dc0b2b46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a79233aea1764967" /><Relationship Type="http://schemas.openxmlformats.org/officeDocument/2006/relationships/notesSlide" Target="/ppt/notesSlides/notesSlide7.xml" Id="R19834c52040444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  <a:endParaRPr sz="5400" b="1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</a:t>
            </a:r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校招宣讲会</a:t>
            </a:r>
            <a:endParaRPr sz="3600" spc="100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ddc41483946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张聪</a:t>
            </a:r>
            <a:endParaRPr sz="2000">
              <a:solidFill>
                <a:srgbClr val="4182D5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  <a:endParaRPr sz="2000">
              <a:solidFill>
                <a:srgbClr val="4182D5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a9111ec2741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9eb1d7e0644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6" y="1908110"/>
            <a:ext cx="9699171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清华大学｜互动媒体设计与技术
火影忍者项目组｜技术策划
2026 年 6 月加入腾讯游戏
在导师 phynoluo（罗斯颖）与 Leader loynliu（刘荃）的指导下开展实习工作</a:t>
            </a: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1. </a:t>
            </a: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1c58ba73b48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2 . 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命题研究展示（游戏提案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/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课题研究）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3862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按照题目要求，完整呈现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其中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游戏提案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（游戏提案思路逻辑呈现；若有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demo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，需要安排评委游戏体验环节）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对命题研究的总结，不仅限于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阐述任务过程中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遇到的挑战和难度，你如何克服的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在命题研究中，你需要加强哪些方面的能力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fb9a0a05a47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在腾讯负责的整体工作情况；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重点谈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1~2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个你认为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最成功或最能体现个人专业能力的项目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产出或成果；或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个你负责的比较遗憾或失败的项目；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在项目组实习过程中的总结，不仅限于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过程中的挑战和难度在哪里，你如何克服的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有哪些方法论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工具的应用或突破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在工作中，你需要加强哪方面的能力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4da2d3b8f48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29b7dfade45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FBC5B85-5E1F-4900-B546-300D80EE76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4840" y="217868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附：浅色背景</a:t>
            </a:r>
          </a:p>
        </p:txBody>
      </p:sp>
    </p:spTree>
    <p:extLst>
      <p:ext uri="{BB962C8B-B14F-4D97-AF65-F5344CB8AC3E}">
        <p14:creationId xmlns:p14="http://schemas.microsoft.com/office/powerpoint/2010/main" val="166729333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2026-08-13T06:49:39.6640000Z</dcterms:created>
  <dcterms:modified xsi:type="dcterms:W3CDTF">2026-08-13T06:49:39.6640000Z</dcterms:modified>
</coreProperties>
</file>