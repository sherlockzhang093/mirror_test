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acfce459514086" /><Relationship Type="http://schemas.openxmlformats.org/officeDocument/2006/relationships/extended-properties" Target="/docProps/app.xml" Id="Rae9b0216ad2f4867" /><Relationship Type="http://schemas.openxmlformats.org/officeDocument/2006/relationships/officeDocument" Target="/ppt/presentation.xml" Id="R5a51d91bf89045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560bf195a64539"/>
    <p:sldMasterId xmlns:r="http://schemas.openxmlformats.org/officeDocument/2006/relationships" id="2147483660" r:id="R05aaeed7882640b3"/>
    <p:sldMasterId xmlns:r="http://schemas.openxmlformats.org/officeDocument/2006/relationships" id="2147483672" r:id="R8d303f3509ba447b"/>
  </p:sldMasterIdLst>
  <p:notesMasterIdLst>
    <p:notesMasterId xmlns:r="http://schemas.openxmlformats.org/officeDocument/2006/relationships" r:id="R20402eb603d64198"/>
  </p:notesMasterIdLst>
  <p:sldIdLst>
    <p:sldId xmlns:r="http://schemas.openxmlformats.org/officeDocument/2006/relationships" id="256" r:id="Rbcea5c7bef6b43c9"/>
    <p:sldId xmlns:r="http://schemas.openxmlformats.org/officeDocument/2006/relationships" id="257" r:id="R40f29f9bf99144ae"/>
    <p:sldId xmlns:r="http://schemas.openxmlformats.org/officeDocument/2006/relationships" id="258" r:id="R83f1b2f2ed554227"/>
    <p:sldId xmlns:r="http://schemas.openxmlformats.org/officeDocument/2006/relationships" id="259" r:id="R0504b8104e164cc3"/>
    <p:sldId xmlns:r="http://schemas.openxmlformats.org/officeDocument/2006/relationships" id="260" r:id="Re4384575aa334a4f"/>
    <p:sldId xmlns:r="http://schemas.openxmlformats.org/officeDocument/2006/relationships" id="261" r:id="Rcd25cc92c4b841f0"/>
    <p:sldId xmlns:r="http://schemas.openxmlformats.org/officeDocument/2006/relationships" id="262" r:id="Rc98a9a7249fc41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b9b22c424a4718" /><Relationship Type="http://schemas.openxmlformats.org/officeDocument/2006/relationships/slideMaster" Target="/ppt/slideMasters/slideMaster1.xml" Id="R2c560bf195a64539" /><Relationship Type="http://schemas.openxmlformats.org/officeDocument/2006/relationships/slideMaster" Target="/ppt/slideMasters/slideMaster2.xml" Id="R05aaeed7882640b3" /><Relationship Type="http://schemas.openxmlformats.org/officeDocument/2006/relationships/slideMaster" Target="/ppt/slideMasters/slideMaster3.xml" Id="R8d303f3509ba447b" /><Relationship Type="http://schemas.openxmlformats.org/officeDocument/2006/relationships/notesMaster" Target="/ppt/notesMasters/notesMaster1.xml" Id="R20402eb603d64198" /><Relationship Type="http://schemas.openxmlformats.org/officeDocument/2006/relationships/presProps" Target="/ppt/presProps.xml" Id="Rc301cfbfdb934b0e" /><Relationship Type="http://schemas.openxmlformats.org/officeDocument/2006/relationships/viewProps" Target="/ppt/viewProps.xml" Id="R5e8a5321a5974cf7" /><Relationship Type="http://schemas.openxmlformats.org/officeDocument/2006/relationships/tableStyles" Target="/ppt/tableStyles.xml" Id="Rdde2ca5aed324e25" /><Relationship Type="http://schemas.openxmlformats.org/officeDocument/2006/relationships/slide" Target="/ppt/slides/slide1.xml" Id="Rbcea5c7bef6b43c9" /><Relationship Type="http://schemas.openxmlformats.org/officeDocument/2006/relationships/slide" Target="/ppt/slides/slide2.xml" Id="R40f29f9bf99144ae" /><Relationship Type="http://schemas.openxmlformats.org/officeDocument/2006/relationships/slide" Target="/ppt/slides/slide3.xml" Id="R83f1b2f2ed554227" /><Relationship Type="http://schemas.openxmlformats.org/officeDocument/2006/relationships/slide" Target="/ppt/slides/slide4.xml" Id="R0504b8104e164cc3" /><Relationship Type="http://schemas.openxmlformats.org/officeDocument/2006/relationships/slide" Target="/ppt/slides/slide5.xml" Id="Re4384575aa334a4f" /><Relationship Type="http://schemas.openxmlformats.org/officeDocument/2006/relationships/slide" Target="/ppt/slides/slide6.xml" Id="Rcd25cc92c4b841f0" /><Relationship Type="http://schemas.openxmlformats.org/officeDocument/2006/relationships/slide" Target="/ppt/slides/slide7.xml" Id="Rc98a9a7249fc41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51a5da515c7d4b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257eb3e2054059" /><Relationship Type="http://schemas.openxmlformats.org/officeDocument/2006/relationships/notesMaster" Target="/ppt/notesMasters/notesMaster1.xml" Id="Ra3e77ec4546146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34ae7bb3bb45c2" /><Relationship Type="http://schemas.openxmlformats.org/officeDocument/2006/relationships/notesMaster" Target="/ppt/notesMasters/notesMaster1.xml" Id="Rc6a49ad845db4a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22df2de1134571" /><Relationship Type="http://schemas.openxmlformats.org/officeDocument/2006/relationships/notesMaster" Target="/ppt/notesMasters/notesMaster1.xml" Id="Re415fc9fd6f04f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b2e1c67fce4fdb" /><Relationship Type="http://schemas.openxmlformats.org/officeDocument/2006/relationships/notesMaster" Target="/ppt/notesMasters/notesMaster1.xml" Id="Rdc5bc2cf20724e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2f5a13c21e46fa" /><Relationship Type="http://schemas.openxmlformats.org/officeDocument/2006/relationships/notesMaster" Target="/ppt/notesMasters/notesMaster1.xml" Id="R717fe33cb15e4a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a7a8561922432f" /><Relationship Type="http://schemas.openxmlformats.org/officeDocument/2006/relationships/notesMaster" Target="/ppt/notesMasters/notesMaster1.xml" Id="R252d7db1f83b427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87bdfc27364e6f" /><Relationship Type="http://schemas.openxmlformats.org/officeDocument/2006/relationships/notesMaster" Target="/ppt/notesMasters/notesMaster1.xml" Id="Rbf96e78c4a2749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796414ae1d485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f4aeceea754fb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176365cd92488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7ba8a16ab041a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d6b7fffbdf452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f0729b18bc429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e16f1ed5f743d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958cf5a36146b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1199ec83684f8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6a7b266d354b2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b4c41f9ed248a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f073f89661749e9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2d499d6aaf347bc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3a82e2dedf94f98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5fcc9ad90b747cf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ef452741d234c97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82f1ffc5eb641f5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9f0044f566d48b1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d4ee04e89e64f0f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77ba861833243cc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a4bcbc128054826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5251dcde0314c62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104aeec362b4684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a2dd5d7d3174071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a6b5b27dd9f4559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cf1329d410a4a90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8eb5107cba84aa7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6c4ab0c50d84338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55bbb04fc3741fc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c807f76367d4e99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400eda3ff714da8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d54367f26014647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7927b1f9c3048d0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21B1A54-7005-B022-7545-9F34D3F9A89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336FD553-66A4-6D53-2AFB-1A4203AB341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9DA2517-B129-093D-0951-F8D502DC60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26589EF-5AA5-B8D3-76D3-A7C25BA679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54AD37E-69F6-A1B1-00F1-ED2517CD24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6BD5F4D-3EA8-5975-45CA-4CFED37D9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DF55A78-468D-26D6-513E-AF09E4AD26E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C61F945-5EBD-BE29-CD0D-1572E09408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7AE880A-1CCE-0DFF-9B58-7DD325CD12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D51FA86-039E-82FE-659B-71C12BDEA6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A0CD205-ADF0-523C-53E9-344ADD2467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EDD502E-542B-3571-5DB9-F4E69D4D92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330271F-BED6-8FDB-1A4E-AB4EBA59B4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3612721-E96A-A98E-1C10-D0A2FF5D9E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A99C1CE-FB32-CB3A-31C1-84BDE97D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5A5C6C5-791F-0D1F-82B3-BCA772ED4C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E430FAB-022C-2B7F-B42A-5D2D22D684F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A7A6F329-CDC1-C119-30DC-AF5B73071F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4E51DE4-B62B-0860-7BE2-B6C5B4163B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D368DCA-FD30-F6A8-95AF-3189AC06C9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DF36160-FEDF-233E-536A-49229B731B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58F6C99-BB4B-2624-9B2B-5729A178B2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10551C3-65DD-A1DC-0C5F-1CB6DD94BE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6118D548-8034-0DFD-740C-F4B8F08EB55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1C1E8607-5DD2-FFAD-D267-532ED944658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FD9C20F5-CE23-D2E6-B8F8-744EB530F1F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0A55084-5B94-3957-743E-F971117445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A29F2481-AC33-117B-5A07-2E8B0C53B2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FC6B3E00-25B3-42A8-5F47-EB3A8D99E7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BDBCFC9-BFD7-E7EC-3A62-BE354BB830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D65643F-4071-4A84-B432-E190224204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73E83E52-B7FA-1D8B-FAD5-21B3B30DB9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21C1C748-E046-19B3-831C-E1A3B98E00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CC204D93-A8A4-D54B-0165-54A06242E2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859F6F84-2136-055E-2203-FA8C44F8D3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0B295627-D96D-A829-E95F-B928D97BAC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2F65EC6-B9F6-659E-B370-3AF1118B2B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3C7D0E9-5D36-5413-F8A4-FDEADC3F83D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E1FFA37-D556-25D0-8EB8-146ADA76E17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FA9BB0B-EA46-49D0-0929-7FE7A65000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D5C5166-B636-BE4A-035F-7D6387B1CF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7E22C7A-4863-89C0-9FA8-2D526655F2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7013D63-6E36-0C2D-57E8-C2A5389717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DC3087DB-0F94-0092-87B0-70B232E248A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6FD6E42-81B4-50C9-93DE-BF601C8727E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DEECB10-CCCE-87FA-0FF5-1739CDE539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35A6BE4-F700-F264-3CA5-30A3011F33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65881DC-4A1B-27AF-FEE1-8F88134CF1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9CA2A5C-3DD4-8FCA-DAEA-409549229D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C5A4847-6C16-27D1-5A21-06BB7D7A58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B7DAB38-D353-774F-ADFD-0F476A9250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FA1DB02-0E5F-FDF7-00E8-F1D3A94846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D2743F1-BBB9-F06E-EA9E-C63BF8FAC8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C0C16BDA-ACEE-0332-E2F9-5EAFA7F4FD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26D72-B90A-BEF4-1CCC-9B07BCFEFD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7B6F6FE-DCEE-DEB6-172D-55B972F280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D46AFB5-1C20-CCB0-F6B5-8D760DDBD9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24952AD-D21B-BE6F-C40D-3E1E9E681A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32E279-15FA-4100-966B-5B08AEF83A5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4530"/>
            <a:ext cx="9144000" cy="23876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45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DE0186D-5BC3-47A8-AA18-A4BDF7CF470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 xmlns:a="http://schemas.openxmlformats.org/drawingml/2006/main">
            <a:r>
              <a:t>单击以编辑母版副标题样式</a:t>
            </a:r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DC1D035-541F-4798-B1CF-D9905971DD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D23CF4-EC38-470A-B0E9-1E6AD73AEAB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6DC20F6-A8C4-4C67-95EB-502BD471A7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1" y="1712423"/>
            <a:ext cx="10515600" cy="285120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4500" b="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6FB0EF9-D680-4384-B2A3-7B34AF64E3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1" y="4552635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CED6C3-FA74-483F-ADE7-648096E82A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6326AAB-E080-4A43-9FE4-483859B5E43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45127" y="1828802"/>
            <a:ext cx="5181600" cy="435133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9332230-9376-43ED-9941-B28F623DF8F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8802"/>
            <a:ext cx="5181600" cy="435133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62AAA1C-16A7-4794-94BD-03D999D8BB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45127" y="1681852"/>
            <a:ext cx="5156200" cy="825699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FA3763B-86B1-44C3-B253-BE74D7E8B03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45127" y="2507552"/>
            <a:ext cx="5156200" cy="3680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93F74D1-C038-4E39-82AA-0599261580E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1" y="1681851"/>
            <a:ext cx="5181601" cy="825698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3FB0634-0A01-4C95-84B0-85403AB1BFE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1" y="2507552"/>
            <a:ext cx="5181601" cy="3680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10" name="Title 9">
            <a:extLst xmlns:a="http://schemas.openxmlformats.org/drawingml/2006/main">
              <a:ext uri="{FF2B5EF4-FFF2-40B4-BE49-F238E27FC236}">
                <a16:creationId xmlns:a16="http://schemas.microsoft.com/office/drawing/2014/main" id="{C465167F-9717-44AE-824A-2DC74BC8A8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D7F0344C-2DCA-40B8-B3F9-DB6A2189F4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9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6D30904-DB35-4C15-A33A-276482C99E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1248" y="457202"/>
            <a:ext cx="3931920" cy="160019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400" b="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158C783-033C-49F2-A7A8-1D69FFAAEF3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1600" y="990600"/>
            <a:ext cx="6172200" cy="48768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100"/>
            </a:lvl2pPr>
            <a:lvl3pPr>
              <a:buNone/>
              <a:defRPr sz="1800"/>
            </a:lvl3pPr>
            <a:lvl4pPr>
              <a:buNone/>
              <a:defRPr sz="1500"/>
            </a:lvl4pPr>
            <a:lvl5pPr>
              <a:buNone/>
              <a:defRPr sz="1500"/>
            </a:lvl5pPr>
            <a:lvl6pPr>
              <a:buNone/>
              <a:defRPr sz="1500"/>
            </a:lvl6pPr>
            <a:lvl7pPr>
              <a:buNone/>
              <a:defRPr sz="1500"/>
            </a:lvl7pPr>
            <a:lvl8pPr>
              <a:buNone/>
              <a:defRPr sz="1500"/>
            </a:lvl8pPr>
            <a:lvl9pPr>
              <a:buNone/>
              <a:defRPr sz="15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DB1D3DF-3ECA-45D6-B614-65560FCCECF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41248" y="2057399"/>
            <a:ext cx="3931920" cy="381000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F63B32D-0FE5-4F60-95BA-25F6F3610E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1248" y="457200"/>
            <a:ext cx="3931920" cy="16002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400" b="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88A19D9-AB88-4CAD-9F35-180E9506D66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1600" y="990600"/>
            <a:ext cx="6172200" cy="4876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 xmlns:a="http://schemas.openxmlformats.org/drawingml/2006/main">
            <a:pPr lvl="0">
              <a:buNone/>
            </a:pPr>
            <a:r>
              <a:t>单击图标添加图片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B44EA68-C275-4259-9D97-0FF6858DE78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41248" y="2057400"/>
            <a:ext cx="3931920" cy="38100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E47E65F-5E83-480F-879B-7D2E28CC91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67CE655-9B44-45BA-87EF-79BC944D40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5742272D-FF4E-4AA0-832C-A0F395C28A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1" y="360362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5AEA298-CD3A-4303-813E-A7D755A5DD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1" y="360364"/>
            <a:ext cx="7734300" cy="5811837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</p:spTree>
  </p:cSld>
  <p:hf sldNum="0" hdr="0" ftr="0"/>
</p:sldLayout>
</file>

<file path=ppt/slideLayouts/slideLayout23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F89B7F9-4A86-4C75-8BF5-27C596C9C8B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2B7946C4-0236-45FB-97D9-1D4E143F45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DE0B743-81D5-4A20-8DC7-2852C2CBE5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8D9F66D-26A2-4E18-B4BA-7A99F19E284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7464B10-8DC3-4B5C-AB65-89F5805746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E9073AB-35A7-464F-8984-34C2891BF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A62084E-C0DC-42A8-B97F-943A7FA2B49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36C6B50-EB3A-4754-A8F2-BF6FA66D9F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6D9DB0C-207D-481B-AE45-5F71A1812F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435FB8D-B762-4517-9E14-3E0F7A9E05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E2E80F3-6B77-4994-A82B-365A41D705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4322031-ECDA-4F4B-90D7-69EEDD6130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98EADD7-FA5C-4028-A6BB-83D8F71647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2CDF3EB-97DD-4975-AB49-D65CACB5D0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B6CACFE-A11E-4F76-A666-48B2FC78E4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584151E-0332-4772-82E8-644C549548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DC5EF8C-27DD-4BCE-826C-A1C9B47BB6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047924E-9609-4E5B-84D9-D07C507D605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79D50E9-9437-4458-8738-0D93CA59B8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20B619E-4EFA-4C5C-B8D0-1688AC34D4D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A47A7A-0DB2-48E4-8EAB-9333B0B18B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6F0632B-7CF0-4F68-A323-A0398F85FD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014E0E0-7DA9-4047-BAA3-6DC1CCDC83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193548B-91DD-4B22-8937-13E3F69D286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48FE0C5-B774-43D8-871A-F7F9B1B98DA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6E36E7B5-DEE6-466C-A086-9ED9660C81E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671DCFD6-5F91-428E-868F-0EB6D74DFE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CDCAB9F9-7355-4696-B59D-D6714242A8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43F1B968-6B9A-4B74-AC1E-E7C7813A2F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0588F07-0823-419A-99FE-1486A9990E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45B4620-B1AF-42A7-BF3D-9486FB9A8D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223E0B0E-8B41-420D-81CB-03DBCBF6E7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2D03A48-9144-4197-9ADD-1E5ED76D69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4ED4AC3F-416B-4135-ACE8-0FB29D459B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380B742-EB43-46D8-A2AD-EB32F8ADBB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6A5A644A-2463-4C3E-94D6-7E29853893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0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312882F-AEE7-4FEC-A4B6-ABF7B6FF41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ABF57F5-C842-4F57-9314-166705A8D9A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BBC1D5AB-6D56-4AAF-B6EB-B3B1934B36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3B20F22-7CF5-4E99-8B75-34CE62726E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56730E1E-6B07-4A7B-A7F7-CFFFA0D789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7AF6CD7-F623-4B85-88E9-C4956122A6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1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2C91E27-EB09-40F7-A5D6-1398E50873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E5AED48E-890B-42A2-A2D7-05691E4929D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05DEBB4-40BD-4F3B-B814-E4BE34117B2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0166A02-E2BF-4BF0-BF2A-8A9FBF90D59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4C727424-F63F-48AB-B0B9-162382AB39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79BFED2-C5B7-4A6A-895C-653662506F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2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D4123ED-B444-4E42-9B19-B9B2C710F5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E683D60-8229-4350-B458-95FC787B66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AD603E8-C782-4F23-89A9-219D59CEC7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EC9FF0D-6AB5-4646-B907-70C4E5A956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8A5EBA9-6462-4247-B187-A89C7B80C6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3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3F73D9F3-0F89-4FB4-8C05-88BBE5029E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9012D14-BFE7-4035-B246-4E3A6D6C74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D8F178D-4185-491F-A3FA-546D072E4A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27527CF-6D93-49B7-B925-486C1D6058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06099B4-17CA-4E0D-AF50-E32ED6EAAF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7094d524bf48c5" /><Relationship Type="http://schemas.openxmlformats.org/officeDocument/2006/relationships/slideLayout" Target="/ppt/slideLayouts/slideLayout1.xml" Id="R9ec1c56a3d20431a" /><Relationship Type="http://schemas.openxmlformats.org/officeDocument/2006/relationships/slideLayout" Target="/ppt/slideLayouts/slideLayout2.xml" Id="R09085f46bf234060" /><Relationship Type="http://schemas.openxmlformats.org/officeDocument/2006/relationships/slideLayout" Target="/ppt/slideLayouts/slideLayout3.xml" Id="R7ec78639dc4543b1" /><Relationship Type="http://schemas.openxmlformats.org/officeDocument/2006/relationships/slideLayout" Target="/ppt/slideLayouts/slideLayout4.xml" Id="R6b19e47ec62c4695" /><Relationship Type="http://schemas.openxmlformats.org/officeDocument/2006/relationships/slideLayout" Target="/ppt/slideLayouts/slideLayout5.xml" Id="Ra3ca9d7ee9b24603" /><Relationship Type="http://schemas.openxmlformats.org/officeDocument/2006/relationships/slideLayout" Target="/ppt/slideLayouts/slideLayout6.xml" Id="R890e1bdf205d4544" /><Relationship Type="http://schemas.openxmlformats.org/officeDocument/2006/relationships/slideLayout" Target="/ppt/slideLayouts/slideLayout7.xml" Id="R9563b8986d0747f3" /><Relationship Type="http://schemas.openxmlformats.org/officeDocument/2006/relationships/slideLayout" Target="/ppt/slideLayouts/slideLayout8.xml" Id="R3ff3587f37e044d6" /><Relationship Type="http://schemas.openxmlformats.org/officeDocument/2006/relationships/slideLayout" Target="/ppt/slideLayouts/slideLayout9.xml" Id="R9ac4b71658d44e70" /><Relationship Type="http://schemas.openxmlformats.org/officeDocument/2006/relationships/slideLayout" Target="/ppt/slideLayouts/slideLayout10.xml" Id="Rb1f87c4b12994e81" /><Relationship Type="http://schemas.openxmlformats.org/officeDocument/2006/relationships/slideLayout" Target="/ppt/slideLayouts/slideLayout11.xml" Id="Rae550900ff874d49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d308e69aef634d30" /><Relationship Type="http://schemas.openxmlformats.org/officeDocument/2006/relationships/slideLayout" Target="/ppt/slideLayouts/slideLayout12.xml" Id="Rfd7752f2b5ec4ed0" /><Relationship Type="http://schemas.openxmlformats.org/officeDocument/2006/relationships/slideLayout" Target="/ppt/slideLayouts/slideLayout13.xml" Id="R113cb5144aec44df" /><Relationship Type="http://schemas.openxmlformats.org/officeDocument/2006/relationships/slideLayout" Target="/ppt/slideLayouts/slideLayout14.xml" Id="R9b6d39c0fb1a4d4f" /><Relationship Type="http://schemas.openxmlformats.org/officeDocument/2006/relationships/slideLayout" Target="/ppt/slideLayouts/slideLayout15.xml" Id="R496805e2129d4b0a" /><Relationship Type="http://schemas.openxmlformats.org/officeDocument/2006/relationships/slideLayout" Target="/ppt/slideLayouts/slideLayout16.xml" Id="R5fd1743f816c4337" /><Relationship Type="http://schemas.openxmlformats.org/officeDocument/2006/relationships/slideLayout" Target="/ppt/slideLayouts/slideLayout17.xml" Id="Ra7638a07239944ca" /><Relationship Type="http://schemas.openxmlformats.org/officeDocument/2006/relationships/slideLayout" Target="/ppt/slideLayouts/slideLayout18.xml" Id="R856cd8bfe5214a24" /><Relationship Type="http://schemas.openxmlformats.org/officeDocument/2006/relationships/slideLayout" Target="/ppt/slideLayouts/slideLayout19.xml" Id="Rc8ae989c3c564150" /><Relationship Type="http://schemas.openxmlformats.org/officeDocument/2006/relationships/slideLayout" Target="/ppt/slideLayouts/slideLayout20.xml" Id="Rdc85afcc2a5e4976" /><Relationship Type="http://schemas.openxmlformats.org/officeDocument/2006/relationships/slideLayout" Target="/ppt/slideLayouts/slideLayout21.xml" Id="R04d56dc3e7344c35" /><Relationship Type="http://schemas.openxmlformats.org/officeDocument/2006/relationships/slideLayout" Target="/ppt/slideLayouts/slideLayout22.xml" Id="Raf4b479f47464d9e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d0ad3a0cdbcd429d" /><Relationship Type="http://schemas.openxmlformats.org/officeDocument/2006/relationships/slideLayout" Target="/ppt/slideLayouts/slideLayout23.xml" Id="Reb813aff81064d2e" /><Relationship Type="http://schemas.openxmlformats.org/officeDocument/2006/relationships/slideLayout" Target="/ppt/slideLayouts/slideLayout24.xml" Id="R452a0c221796488c" /><Relationship Type="http://schemas.openxmlformats.org/officeDocument/2006/relationships/slideLayout" Target="/ppt/slideLayouts/slideLayout25.xml" Id="R4d1b593017754ff2" /><Relationship Type="http://schemas.openxmlformats.org/officeDocument/2006/relationships/slideLayout" Target="/ppt/slideLayouts/slideLayout26.xml" Id="R4c5c79e93e7e41c2" /><Relationship Type="http://schemas.openxmlformats.org/officeDocument/2006/relationships/slideLayout" Target="/ppt/slideLayouts/slideLayout27.xml" Id="Rcc77ca52eb0548da" /><Relationship Type="http://schemas.openxmlformats.org/officeDocument/2006/relationships/slideLayout" Target="/ppt/slideLayouts/slideLayout28.xml" Id="R52ec2d8212344337" /><Relationship Type="http://schemas.openxmlformats.org/officeDocument/2006/relationships/slideLayout" Target="/ppt/slideLayouts/slideLayout29.xml" Id="Rbe9c7b092e5b491c" /><Relationship Type="http://schemas.openxmlformats.org/officeDocument/2006/relationships/slideLayout" Target="/ppt/slideLayouts/slideLayout30.xml" Id="R2c7133f5ce0c4019" /><Relationship Type="http://schemas.openxmlformats.org/officeDocument/2006/relationships/slideLayout" Target="/ppt/slideLayouts/slideLayout31.xml" Id="R34aebdcec3de42d4" /><Relationship Type="http://schemas.openxmlformats.org/officeDocument/2006/relationships/slideLayout" Target="/ppt/slideLayouts/slideLayout32.xml" Id="R214b8eb64607410b" /><Relationship Type="http://schemas.openxmlformats.org/officeDocument/2006/relationships/slideLayout" Target="/ppt/slideLayouts/slideLayout33.xml" Id="Rc30483edf86d46b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FF44994-DC88-F37C-27A2-015989831E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7FD5965-F88D-4EE5-688A-A9096BD4B0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10F9011-A7FF-86D7-A96B-3A7BC135A48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A1F5103-27D3-F74D-32C6-C5C4436167F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C9A31C7-7E6C-F67A-6643-DACD1C4BB67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c1c56a3d20431a"/>
    <p:sldLayoutId xmlns:r="http://schemas.openxmlformats.org/officeDocument/2006/relationships" id="2147483650" r:id="R09085f46bf234060"/>
    <p:sldLayoutId xmlns:r="http://schemas.openxmlformats.org/officeDocument/2006/relationships" id="2147483651" r:id="R7ec78639dc4543b1"/>
    <p:sldLayoutId xmlns:r="http://schemas.openxmlformats.org/officeDocument/2006/relationships" id="2147483652" r:id="R6b19e47ec62c4695"/>
    <p:sldLayoutId xmlns:r="http://schemas.openxmlformats.org/officeDocument/2006/relationships" id="2147483653" r:id="Ra3ca9d7ee9b24603"/>
    <p:sldLayoutId xmlns:r="http://schemas.openxmlformats.org/officeDocument/2006/relationships" id="2147483654" r:id="R890e1bdf205d4544"/>
    <p:sldLayoutId xmlns:r="http://schemas.openxmlformats.org/officeDocument/2006/relationships" id="2147483655" r:id="R9563b8986d0747f3"/>
    <p:sldLayoutId xmlns:r="http://schemas.openxmlformats.org/officeDocument/2006/relationships" id="2147483656" r:id="R3ff3587f37e044d6"/>
    <p:sldLayoutId xmlns:r="http://schemas.openxmlformats.org/officeDocument/2006/relationships" id="2147483657" r:id="R9ac4b71658d44e70"/>
    <p:sldLayoutId xmlns:r="http://schemas.openxmlformats.org/officeDocument/2006/relationships" id="2147483658" r:id="Rb1f87c4b12994e81"/>
    <p:sldLayoutId xmlns:r="http://schemas.openxmlformats.org/officeDocument/2006/relationships" id="2147483659" r:id="Rae550900ff874d49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FE8E019-C9B4-4549-81B6-8D284736A3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4551" y="365126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42C30CC-7D80-43A8-A3B5-D74666F881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44551" y="1828800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029B8C2-3188-4D07-99B9-6A9D80B9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1"/>
            <a:ext cx="121920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FD3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14" name="矩形 17">
            <a:extLst xmlns:a="http://schemas.openxmlformats.org/drawingml/2006/main">
              <a:ext uri="{FF2B5EF4-FFF2-40B4-BE49-F238E27FC236}">
                <a16:creationId xmlns:a16="http://schemas.microsoft.com/office/drawing/2014/main" id="{55DB6FBA-7C70-4CD2-86C3-056B02D0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0" y="6553201"/>
            <a:ext cx="2921000" cy="315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37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15" name="直角三角形 15">
            <a:extLst xmlns:a="http://schemas.openxmlformats.org/drawingml/2006/main">
              <a:ext uri="{FF2B5EF4-FFF2-40B4-BE49-F238E27FC236}">
                <a16:creationId xmlns:a16="http://schemas.microsoft.com/office/drawing/2014/main" id="{ED2B6AF7-4D9E-4EA9-AA4E-64B44A78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117218">
            <a:off x="9014885" y="6351589"/>
            <a:ext cx="622300" cy="40798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0C86B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fd7752f2b5ec4ed0"/>
    <p:sldLayoutId xmlns:r="http://schemas.openxmlformats.org/officeDocument/2006/relationships" id="2147483662" r:id="R113cb5144aec44df"/>
    <p:sldLayoutId xmlns:r="http://schemas.openxmlformats.org/officeDocument/2006/relationships" id="2147483663" r:id="R9b6d39c0fb1a4d4f"/>
    <p:sldLayoutId xmlns:r="http://schemas.openxmlformats.org/officeDocument/2006/relationships" id="2147483664" r:id="R496805e2129d4b0a"/>
    <p:sldLayoutId xmlns:r="http://schemas.openxmlformats.org/officeDocument/2006/relationships" id="2147483665" r:id="R5fd1743f816c4337"/>
    <p:sldLayoutId xmlns:r="http://schemas.openxmlformats.org/officeDocument/2006/relationships" id="2147483666" r:id="Ra7638a07239944ca"/>
    <p:sldLayoutId xmlns:r="http://schemas.openxmlformats.org/officeDocument/2006/relationships" id="2147483667" r:id="R856cd8bfe5214a24"/>
    <p:sldLayoutId xmlns:r="http://schemas.openxmlformats.org/officeDocument/2006/relationships" id="2147483668" r:id="Rc8ae989c3c564150"/>
    <p:sldLayoutId xmlns:r="http://schemas.openxmlformats.org/officeDocument/2006/relationships" id="2147483669" r:id="Rdc85afcc2a5e4976"/>
    <p:sldLayoutId xmlns:r="http://schemas.openxmlformats.org/officeDocument/2006/relationships" id="2147483670" r:id="R04d56dc3e7344c35"/>
    <p:sldLayoutId xmlns:r="http://schemas.openxmlformats.org/officeDocument/2006/relationships" id="2147483671" r:id="Raf4b479f47464d9e"/>
  </p:sldLayoutIdLst>
  <p:hf sldNum="0" hdr="0" ftr="0"/>
  <p:txStyles>
    <p:titleStyle>
      <a:lvl1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 kern="1200">
          <a:solidFill>
            <a:schemeClr val="tx1"/>
          </a:solidFill>
          <a:latin typeface="+mj-lt"/>
          <a:ea typeface="+mj-lt"/>
          <a:cs typeface="+mj-lt"/>
        </a:defRPr>
      </a:lvl1pPr>
      <a:lvl2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4572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9144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3716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18288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171450" indent="-171450" algn="l" defTabSz="685800">
        <a:lnSpc>
          <a:spcPct val="90000"/>
        </a:lnSpc>
        <a:spcBef>
          <a:spcPts val="750"/>
        </a:spcBef>
        <a:spcAft>
          <a:spcPct val="0"/>
        </a:spcAft>
        <a:buFont typeface="Wingdings 2"/>
        <a:buChar char=""/>
        <a:defRPr sz="21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143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572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sz="15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2001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sz="13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5430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sz="13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8859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7DA298F-9DC2-4212-A429-7B85B23048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BD8B928-7DD3-4817-ACB5-5B7CB5926E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8685A06-1BA5-4A68-A2AC-6556216384C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F29B277-D4C2-492E-804A-C9B6ECD4289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97DF7B2-1EB1-45E8-BA4A-BDB55AEDE23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C269C79-5E32-4F7B-AE1F-A1F7C075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1"/>
            <a:ext cx="121920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FD3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8" name="矩形 17">
            <a:extLst xmlns:a="http://schemas.openxmlformats.org/drawingml/2006/main">
              <a:ext uri="{FF2B5EF4-FFF2-40B4-BE49-F238E27FC236}">
                <a16:creationId xmlns:a16="http://schemas.microsoft.com/office/drawing/2014/main" id="{CC7F1AD6-97B1-41AE-9E3E-0270A84B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0" y="6553201"/>
            <a:ext cx="2921000" cy="315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37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9" name="直角三角形 15">
            <a:extLst xmlns:a="http://schemas.openxmlformats.org/drawingml/2006/main">
              <a:ext uri="{FF2B5EF4-FFF2-40B4-BE49-F238E27FC236}">
                <a16:creationId xmlns:a16="http://schemas.microsoft.com/office/drawing/2014/main" id="{17E5A493-B8FF-49C5-BC13-7F854953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117218">
            <a:off x="9014885" y="6351589"/>
            <a:ext cx="622300" cy="40798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0C86B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3" r:id="Reb813aff81064d2e"/>
    <p:sldLayoutId xmlns:r="http://schemas.openxmlformats.org/officeDocument/2006/relationships" id="2147483674" r:id="R452a0c221796488c"/>
    <p:sldLayoutId xmlns:r="http://schemas.openxmlformats.org/officeDocument/2006/relationships" id="2147483675" r:id="R4d1b593017754ff2"/>
    <p:sldLayoutId xmlns:r="http://schemas.openxmlformats.org/officeDocument/2006/relationships" id="2147483676" r:id="R4c5c79e93e7e41c2"/>
    <p:sldLayoutId xmlns:r="http://schemas.openxmlformats.org/officeDocument/2006/relationships" id="2147483677" r:id="Rcc77ca52eb0548da"/>
    <p:sldLayoutId xmlns:r="http://schemas.openxmlformats.org/officeDocument/2006/relationships" id="2147483678" r:id="R52ec2d8212344337"/>
    <p:sldLayoutId xmlns:r="http://schemas.openxmlformats.org/officeDocument/2006/relationships" id="2147483679" r:id="Rbe9c7b092e5b491c"/>
    <p:sldLayoutId xmlns:r="http://schemas.openxmlformats.org/officeDocument/2006/relationships" id="2147483680" r:id="R2c7133f5ce0c4019"/>
    <p:sldLayoutId xmlns:r="http://schemas.openxmlformats.org/officeDocument/2006/relationships" id="2147483681" r:id="R34aebdcec3de42d4"/>
    <p:sldLayoutId xmlns:r="http://schemas.openxmlformats.org/officeDocument/2006/relationships" id="2147483682" r:id="R214b8eb64607410b"/>
    <p:sldLayoutId xmlns:r="http://schemas.openxmlformats.org/officeDocument/2006/relationships" id="2147483683" r:id="Rc30483edf86d46bf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fea337e24b41b9" /><Relationship Type="http://schemas.openxmlformats.org/officeDocument/2006/relationships/image" Target="/ppt/media/image.jpeg" Id="Rcc8d1c311f8743f3" /><Relationship Type="http://schemas.openxmlformats.org/officeDocument/2006/relationships/notesSlide" Target="/ppt/notesSlides/notesSlide1.xml" Id="R0a98ce6773754c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50f46746b94ad8" /><Relationship Type="http://schemas.openxmlformats.org/officeDocument/2006/relationships/image" Target="/ppt/media/image2.jpeg" Id="R5b95d566613e45a1" /><Relationship Type="http://schemas.openxmlformats.org/officeDocument/2006/relationships/notesSlide" Target="/ppt/notesSlides/notesSlide2.xml" Id="Rde98c1efc81c4a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dcd79ff7b74c49f7" /><Relationship Type="http://schemas.openxmlformats.org/officeDocument/2006/relationships/image" Target="/ppt/media/image2.jpeg" Id="R5f07a1873c024aa9" /><Relationship Type="http://schemas.openxmlformats.org/officeDocument/2006/relationships/notesSlide" Target="/ppt/notesSlides/notesSlide3.xml" Id="Rc2d7fb1c96c147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c56f1f62825341c0" /><Relationship Type="http://schemas.openxmlformats.org/officeDocument/2006/relationships/image" Target="/ppt/media/image2.jpeg" Id="Rfb57a2166a704e83" /><Relationship Type="http://schemas.openxmlformats.org/officeDocument/2006/relationships/notesSlide" Target="/ppt/notesSlides/notesSlide4.xml" Id="R691542538d934a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59d29ccae64a47d3" /><Relationship Type="http://schemas.openxmlformats.org/officeDocument/2006/relationships/image" Target="/ppt/media/image2.jpeg" Id="R56560fed57594e93" /><Relationship Type="http://schemas.openxmlformats.org/officeDocument/2006/relationships/notesSlide" Target="/ppt/notesSlides/notesSlide5.xml" Id="R52ed1ecd29124a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394f32f6fb48aa" /><Relationship Type="http://schemas.openxmlformats.org/officeDocument/2006/relationships/image" Target="/ppt/media/image2.jpeg" Id="Rf5007d1dfb27429a" /><Relationship Type="http://schemas.openxmlformats.org/officeDocument/2006/relationships/image" Target="/ppt/media/image.png" Id="R0fc1a66943684aa6" /><Relationship Type="http://schemas.openxmlformats.org/officeDocument/2006/relationships/notesSlide" Target="/ppt/notesSlides/notesSlide6.xml" Id="R2ab9c718094c423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7f0dee87110048f9" /><Relationship Type="http://schemas.openxmlformats.org/officeDocument/2006/relationships/notesSlide" Target="/ppt/notesSlides/notesSlide7.xml" Id="R487a2e8d27b8480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312214F3-11CF-49CE-B571-8F3EDE12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096" y="5676425"/>
            <a:ext cx="7800885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400" b="1">
                <a:solidFill>
                  <a:schemeClr val="bg1"/>
                </a:solidFill>
                <a:latin typeface="腾讯体"/>
                <a:ea typeface="腾讯体"/>
                <a:cs typeface="腾讯体"/>
              </a:rPr>
              <a:t>腾讯游戏魔方工作室群</a:t>
            </a:r>
            <a:endParaRPr sz="5400" b="1">
              <a:solidFill>
                <a:schemeClr val="bg1"/>
              </a:solidFill>
              <a:latin typeface="腾讯体"/>
              <a:ea typeface="腾讯体"/>
              <a:cs typeface="腾讯体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E8BB8BF3-0A5B-4933-8BCD-24F61058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333" y="5900156"/>
            <a:ext cx="3709051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600" spc="100">
                <a:solidFill>
                  <a:schemeClr val="bg1"/>
                </a:solidFill>
                <a:latin typeface="腾讯体"/>
                <a:ea typeface="腾讯体"/>
                <a:cs typeface="腾讯体"/>
              </a:rPr>
              <a:t>——</a:t>
            </a:r>
            <a:r>
              <a:rPr sz="3600" spc="100">
                <a:solidFill>
                  <a:schemeClr val="bg1"/>
                </a:solidFill>
                <a:latin typeface="腾讯体"/>
                <a:ea typeface="腾讯体"/>
                <a:cs typeface="腾讯体"/>
              </a:rPr>
              <a:t>校招宣讲会</a:t>
            </a:r>
            <a:endParaRPr sz="3600" spc="100">
              <a:solidFill>
                <a:schemeClr val="bg1"/>
              </a:solidFill>
              <a:latin typeface="腾讯体"/>
              <a:ea typeface="腾讯体"/>
              <a:cs typeface="腾讯体"/>
            </a:endParaRPr>
          </a:p>
        </p:txBody>
      </p:sp>
      <p:pic>
        <p:nvPicPr>
          <p:cNvPr id="10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8d1c311f8743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副标题 2">
            <a:extLst xmlns:a="http://schemas.openxmlformats.org/drawingml/2006/main">
              <a:ext uri="{FF2B5EF4-FFF2-40B4-BE49-F238E27FC236}">
                <a16:creationId xmlns:a16="http://schemas.microsoft.com/office/drawing/2014/main" id="{ED93F1E4-FCBB-F67A-81E2-C9A6C806F2E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2195" y="2662030"/>
            <a:ext cx="9072465" cy="249566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答辩人：</a:t>
            </a: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sanzhang</a:t>
            </a: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(</a:t>
            </a: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张三</a:t>
            </a: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)</a:t>
            </a:r>
            <a:endParaRPr sz="2000">
              <a:solidFill>
                <a:srgbClr val="4182D5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岗位：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实习小组：</a:t>
            </a: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XX</a:t>
            </a: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部门</a:t>
            </a: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/XX</a:t>
            </a: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中心</a:t>
            </a: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/XX</a:t>
            </a: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组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导师：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直接</a:t>
            </a: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leader: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入职时间：</a:t>
            </a:r>
            <a:endParaRPr sz="2000">
              <a:solidFill>
                <a:srgbClr val="4182D5"/>
              </a:solidFill>
              <a:latin typeface="腾讯体 W7"/>
              <a:ea typeface="腾讯体 W7"/>
              <a:cs typeface="腾讯体 W7"/>
            </a:endParaRPr>
          </a:p>
        </p:txBody>
      </p:sp>
    </p:spTree>
    <p:extLst>
      <p:ext uri="{BB962C8B-B14F-4D97-AF65-F5344CB8AC3E}">
        <p14:creationId xmlns:p14="http://schemas.microsoft.com/office/powerpoint/2010/main" val="12432435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95d566613e45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B09104B0-6DD8-D013-DB87-8D63F7B3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65" y="920777"/>
            <a:ext cx="11075259" cy="35394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目录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自我介绍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命题研究展示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项目组实习成果展示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</p:txBody>
      </p:sp>
    </p:spTree>
    <p:extLst>
      <p:ext uri="{BB962C8B-B14F-4D97-AF65-F5344CB8AC3E}">
        <p14:creationId xmlns:p14="http://schemas.microsoft.com/office/powerpoint/2010/main" val="195319226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07a1873c024a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E8BBE150-E8D5-4686-B125-3A80E0AE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136" y="1908110"/>
            <a:ext cx="9699171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可简单介绍个人基本信息（毕业学校</a:t>
            </a:r>
            <a:r>
              <a:rPr sz="1800" b="0" i="0" u="none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/</a:t>
            </a:r>
            <a:r>
              <a:rPr sz="1800" b="0" i="0" u="none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专业信息等）、兴趣、关注领域及过往非腾讯实习经历等</a:t>
            </a:r>
            <a:r>
              <a:rPr sz="1800" b="0" i="0" u="none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，请挑选其中最主要的列示</a:t>
            </a:r>
            <a:r>
              <a:rPr sz="1800" b="0" i="0" u="none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（建议</a:t>
            </a:r>
            <a:r>
              <a:rPr sz="1800" b="0" i="0" u="none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1</a:t>
            </a:r>
            <a:r>
              <a:rPr sz="1800" b="0" i="0" u="none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页）</a:t>
            </a:r>
            <a:endParaRPr sz="1800" b="0" i="0" u="none" kern="1200" cap="none" spc="0" baseline="0">
              <a:ln>
                <a:noFill/>
              </a:ln>
              <a:solidFill>
                <a:schemeClr val="bg1"/>
              </a:solidFill>
              <a:latin typeface="腾讯体 W3"/>
              <a:ea typeface="腾讯体 W3"/>
              <a:cs typeface="腾讯体 W3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57C17B49-75B9-4822-BD3B-2B4ADD7F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90" y="839755"/>
            <a:ext cx="792169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1. </a:t>
            </a: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自我介绍</a:t>
            </a:r>
          </a:p>
        </p:txBody>
      </p:sp>
    </p:spTree>
    <p:extLst>
      <p:ext uri="{BB962C8B-B14F-4D97-AF65-F5344CB8AC3E}">
        <p14:creationId xmlns:p14="http://schemas.microsoft.com/office/powerpoint/2010/main" val="211449401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57a2166a704e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6982EC5-667F-484A-8B1D-5A16C094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33" y="266100"/>
            <a:ext cx="10399086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2 . </a:t>
            </a: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命题研究展示（游戏提案</a:t>
            </a: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/</a:t>
            </a: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课题研究）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56FAFA2-EF6D-3C49-A154-23F33354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04" y="1238664"/>
            <a:ext cx="9866651" cy="3862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按照题目要求，完整呈现</a:t>
            </a:r>
            <a:endParaRPr sz="2000" b="1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1" indent="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其中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游戏提案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】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（游戏提案思路逻辑呈现；若有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demo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，需要安排评委游戏体验环节）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</a:t>
            </a: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小结与思考</a:t>
            </a: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】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对命题研究的总结，不仅限于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阐述任务过程中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遇到的挑战和难度，你如何克服的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过程中你做过哪些重要的决策或抉择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在命题研究中，你需要加强哪些方面的能力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8268084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560fed57594e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05AFBA93-23B3-42D8-A3D0-988C2143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10" y="1151300"/>
            <a:ext cx="9638522" cy="513986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在腾讯负责的整体工作情况；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重点谈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1~2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个你认为</a:t>
            </a: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最成功或最能体现个人专业能力的项目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产出或成果；或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1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个你负责的比较遗憾或失败的项目；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</a:t>
            </a: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小结与思考</a:t>
            </a: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】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在项目组实习过程中的总结，不仅限于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过程中的挑战和难度在哪里，你如何克服的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过程中你做过哪些重要的决策或抉择</a:t>
            </a: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有哪些方法论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/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工具的应用或突破</a:t>
            </a: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在工作中，你需要加强哪方面的能力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bg1"/>
              </a:solidFill>
              <a:latin typeface="腾讯体 W3"/>
              <a:ea typeface="腾讯体 W3"/>
              <a:cs typeface="腾讯体 W3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6982EC5-667F-484A-8B1D-5A16C094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10" y="335548"/>
            <a:ext cx="8532845" cy="10772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3 . </a:t>
            </a: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项目组实习成果展示</a:t>
            </a:r>
            <a:endParaRPr sz="32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</p:txBody>
      </p:sp>
    </p:spTree>
    <p:extLst>
      <p:ext uri="{BB962C8B-B14F-4D97-AF65-F5344CB8AC3E}">
        <p14:creationId xmlns:p14="http://schemas.microsoft.com/office/powerpoint/2010/main" val="8461072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007d1dfb2742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340834C-587D-46A7-A384-CCA113FC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52400"/>
            <a:ext cx="1219200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c1a66943684a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71205" y="4888865"/>
            <a:ext cx="2782570" cy="129667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28B0BFE-C734-48CD-9CE2-A75F60DB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3288030"/>
            <a:ext cx="2921170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400" b="1">
                <a:solidFill>
                  <a:schemeClr val="accent1">
                    <a:lumMod val="60000"/>
                    <a:lumOff val="40000"/>
                  </a:schemeClr>
                </a:solidFill>
                <a:latin typeface="腾讯体"/>
                <a:ea typeface="腾讯体"/>
                <a:cs typeface="腾讯体"/>
              </a:rPr>
              <a:t>THANKS</a:t>
            </a:r>
            <a:endParaRPr sz="44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053505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FBC5B85-5E1F-4900-B546-300D80EE76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4840" y="217868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atin typeface="微软雅黑"/>
                <a:ea typeface="微软雅黑"/>
                <a:cs typeface="微软雅黑"/>
              </a:rPr>
              <a:t>附：浅色背景</a:t>
            </a:r>
          </a:p>
        </p:txBody>
      </p:sp>
    </p:spTree>
    <p:extLst>
      <p:ext uri="{BB962C8B-B14F-4D97-AF65-F5344CB8AC3E}">
        <p14:creationId xmlns:p14="http://schemas.microsoft.com/office/powerpoint/2010/main" val="1667293331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2026-08-13T06:38:30.5660000Z</dcterms:created>
  <dcterms:modified xsi:type="dcterms:W3CDTF">2026-08-13T06:38:30.5660000Z</dcterms:modified>
</coreProperties>
</file>