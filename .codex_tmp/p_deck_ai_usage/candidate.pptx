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728b9adcf84aae" /><Relationship Type="http://schemas.openxmlformats.org/officeDocument/2006/relationships/extended-properties" Target="/docProps/app.xml" Id="R36139ffb73c14a5f" /><Relationship Type="http://schemas.openxmlformats.org/officeDocument/2006/relationships/officeDocument" Target="/ppt/presentation.xml" Id="R2178d6a7466a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7e4dcf4634562"/>
    <p:sldMasterId xmlns:r="http://schemas.openxmlformats.org/officeDocument/2006/relationships" id="2147483660" r:id="R990546902f3b4d2a"/>
    <p:sldMasterId xmlns:r="http://schemas.openxmlformats.org/officeDocument/2006/relationships" id="2147483672" r:id="Rb5f6dbf15b18400a"/>
  </p:sldMasterIdLst>
  <p:notesMasterIdLst>
    <p:notesMasterId xmlns:r="http://schemas.openxmlformats.org/officeDocument/2006/relationships" r:id="R4be7a3b6c0bf4e35"/>
  </p:notesMasterIdLst>
  <p:sldIdLst>
    <p:sldId xmlns:r="http://schemas.openxmlformats.org/officeDocument/2006/relationships" id="256" r:id="Rfc06d429ebb74267"/>
    <p:sldId xmlns:r="http://schemas.openxmlformats.org/officeDocument/2006/relationships" id="257" r:id="R42fa2f67dc1a4b80"/>
    <p:sldId xmlns:r="http://schemas.openxmlformats.org/officeDocument/2006/relationships" id="258" r:id="Rad3931f8a8fb47b1"/>
    <p:sldId xmlns:r="http://schemas.openxmlformats.org/officeDocument/2006/relationships" id="259" r:id="R20eafa7be5234666"/>
    <p:sldId xmlns:r="http://schemas.openxmlformats.org/officeDocument/2006/relationships" id="260" r:id="R451b5f3c4652401b"/>
    <p:sldId xmlns:r="http://schemas.openxmlformats.org/officeDocument/2006/relationships" id="261" r:id="R969f0d982abd45eb"/>
    <p:sldId xmlns:r="http://schemas.openxmlformats.org/officeDocument/2006/relationships" id="262" r:id="R4a863b8c87424d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370f94bb943ec" /><Relationship Type="http://schemas.openxmlformats.org/officeDocument/2006/relationships/slideMaster" Target="/ppt/slideMasters/slideMaster1.xml" Id="R00f7e4dcf4634562" /><Relationship Type="http://schemas.openxmlformats.org/officeDocument/2006/relationships/slideMaster" Target="/ppt/slideMasters/slideMaster2.xml" Id="R990546902f3b4d2a" /><Relationship Type="http://schemas.openxmlformats.org/officeDocument/2006/relationships/slideMaster" Target="/ppt/slideMasters/slideMaster3.xml" Id="Rb5f6dbf15b18400a" /><Relationship Type="http://schemas.openxmlformats.org/officeDocument/2006/relationships/notesMaster" Target="/ppt/notesMasters/notesMaster1.xml" Id="R4be7a3b6c0bf4e35" /><Relationship Type="http://schemas.openxmlformats.org/officeDocument/2006/relationships/presProps" Target="/ppt/presProps.xml" Id="R977f94bfc82b478f" /><Relationship Type="http://schemas.openxmlformats.org/officeDocument/2006/relationships/viewProps" Target="/ppt/viewProps.xml" Id="Rf3511699424343f6" /><Relationship Type="http://schemas.openxmlformats.org/officeDocument/2006/relationships/tableStyles" Target="/ppt/tableStyles.xml" Id="R47878a2058084daf" /><Relationship Type="http://schemas.openxmlformats.org/officeDocument/2006/relationships/slide" Target="/ppt/slides/slide1.xml" Id="Rfc06d429ebb74267" /><Relationship Type="http://schemas.openxmlformats.org/officeDocument/2006/relationships/slide" Target="/ppt/slides/slide2.xml" Id="R42fa2f67dc1a4b80" /><Relationship Type="http://schemas.openxmlformats.org/officeDocument/2006/relationships/slide" Target="/ppt/slides/slide3.xml" Id="Rad3931f8a8fb47b1" /><Relationship Type="http://schemas.openxmlformats.org/officeDocument/2006/relationships/slide" Target="/ppt/slides/slide4.xml" Id="R20eafa7be5234666" /><Relationship Type="http://schemas.openxmlformats.org/officeDocument/2006/relationships/slide" Target="/ppt/slides/slide5.xml" Id="R451b5f3c4652401b" /><Relationship Type="http://schemas.openxmlformats.org/officeDocument/2006/relationships/slide" Target="/ppt/slides/slide6.xml" Id="R969f0d982abd45eb" /><Relationship Type="http://schemas.openxmlformats.org/officeDocument/2006/relationships/slide" Target="/ppt/slides/slide7.xml" Id="R4a863b8c87424d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2d6962bce85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abc0daa3ea44d7" /><Relationship Type="http://schemas.openxmlformats.org/officeDocument/2006/relationships/notesMaster" Target="/ppt/notesMasters/notesMaster1.xml" Id="Rcba5bf8df48048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a54e7955f540ce" /><Relationship Type="http://schemas.openxmlformats.org/officeDocument/2006/relationships/notesMaster" Target="/ppt/notesMasters/notesMaster1.xml" Id="Rc139fe0a2e60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90d7a9269841a4" /><Relationship Type="http://schemas.openxmlformats.org/officeDocument/2006/relationships/notesMaster" Target="/ppt/notesMasters/notesMaster1.xml" Id="R4e08b6a5ac2f42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eaaa6b4d784a0b" /><Relationship Type="http://schemas.openxmlformats.org/officeDocument/2006/relationships/notesMaster" Target="/ppt/notesMasters/notesMaster1.xml" Id="R614a223b4c15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30a92b0b774795" /><Relationship Type="http://schemas.openxmlformats.org/officeDocument/2006/relationships/notesMaster" Target="/ppt/notesMasters/notesMaster1.xml" Id="R5e804bf6e43a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4081a4326c42b3" /><Relationship Type="http://schemas.openxmlformats.org/officeDocument/2006/relationships/notesMaster" Target="/ppt/notesMasters/notesMaster1.xml" Id="R1de3bcf2e47940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9e5e2fc6e4d9b" /><Relationship Type="http://schemas.openxmlformats.org/officeDocument/2006/relationships/notesMaster" Target="/ppt/notesMasters/notesMaster1.xml" Id="Re6fabf1fb0aa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b18edf30b4d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793ba7bba4b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e487664f449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3ce89683440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f25b16ea441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6aa28946846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9b3b2225941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faa8bae9348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b7dd804714c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32a0806204d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29760de6741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8f5dea45f4483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cf93970b47406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3387dcc95748e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fb1ac2da064bf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84b486d68c447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73b83fee404f3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8ae8626c624fc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d51592d1e348b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5e417e4e7b450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8a0de40d3c406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67c94e6282429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a17056679b4ff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b5a777d236418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f38d7615c6431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25590b0e82461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4d2f5b05fd46c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7fd74d7c776484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3aec43c4ef41e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f649ee775764df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e8b2c3953147d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80ffdcef6949e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e071114e2d4ff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d810c0bb3473a" /><Relationship Type="http://schemas.openxmlformats.org/officeDocument/2006/relationships/slideLayout" Target="/ppt/slideLayouts/slideLayout1.xml" Id="R389fc943720d48e7" /><Relationship Type="http://schemas.openxmlformats.org/officeDocument/2006/relationships/slideLayout" Target="/ppt/slideLayouts/slideLayout2.xml" Id="R0ef76fada76f4a64" /><Relationship Type="http://schemas.openxmlformats.org/officeDocument/2006/relationships/slideLayout" Target="/ppt/slideLayouts/slideLayout3.xml" Id="R6e776a35097d40af" /><Relationship Type="http://schemas.openxmlformats.org/officeDocument/2006/relationships/slideLayout" Target="/ppt/slideLayouts/slideLayout4.xml" Id="R86b58189b771431c" /><Relationship Type="http://schemas.openxmlformats.org/officeDocument/2006/relationships/slideLayout" Target="/ppt/slideLayouts/slideLayout5.xml" Id="R80e8887a46fb4104" /><Relationship Type="http://schemas.openxmlformats.org/officeDocument/2006/relationships/slideLayout" Target="/ppt/slideLayouts/slideLayout6.xml" Id="R14f02c3c51974138" /><Relationship Type="http://schemas.openxmlformats.org/officeDocument/2006/relationships/slideLayout" Target="/ppt/slideLayouts/slideLayout7.xml" Id="Rba5a0932140c4443" /><Relationship Type="http://schemas.openxmlformats.org/officeDocument/2006/relationships/slideLayout" Target="/ppt/slideLayouts/slideLayout8.xml" Id="Rf3fe0c37f29d4e65" /><Relationship Type="http://schemas.openxmlformats.org/officeDocument/2006/relationships/slideLayout" Target="/ppt/slideLayouts/slideLayout9.xml" Id="Rd1a63658d0534aa3" /><Relationship Type="http://schemas.openxmlformats.org/officeDocument/2006/relationships/slideLayout" Target="/ppt/slideLayouts/slideLayout10.xml" Id="Rac696ca56d1b4f58" /><Relationship Type="http://schemas.openxmlformats.org/officeDocument/2006/relationships/slideLayout" Target="/ppt/slideLayouts/slideLayout11.xml" Id="R27024fcba4b2458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f845b4290cd4046" /><Relationship Type="http://schemas.openxmlformats.org/officeDocument/2006/relationships/slideLayout" Target="/ppt/slideLayouts/slideLayout12.xml" Id="Rc5500d7835d24171" /><Relationship Type="http://schemas.openxmlformats.org/officeDocument/2006/relationships/slideLayout" Target="/ppt/slideLayouts/slideLayout13.xml" Id="R4e76e89ff94b43e2" /><Relationship Type="http://schemas.openxmlformats.org/officeDocument/2006/relationships/slideLayout" Target="/ppt/slideLayouts/slideLayout14.xml" Id="R58bfbeec27514666" /><Relationship Type="http://schemas.openxmlformats.org/officeDocument/2006/relationships/slideLayout" Target="/ppt/slideLayouts/slideLayout15.xml" Id="Rf402e27f90c44545" /><Relationship Type="http://schemas.openxmlformats.org/officeDocument/2006/relationships/slideLayout" Target="/ppt/slideLayouts/slideLayout16.xml" Id="R2aa1e8daa09e46ae" /><Relationship Type="http://schemas.openxmlformats.org/officeDocument/2006/relationships/slideLayout" Target="/ppt/slideLayouts/slideLayout17.xml" Id="R51b0d3b95c7543bb" /><Relationship Type="http://schemas.openxmlformats.org/officeDocument/2006/relationships/slideLayout" Target="/ppt/slideLayouts/slideLayout18.xml" Id="R5079cab4459e45d2" /><Relationship Type="http://schemas.openxmlformats.org/officeDocument/2006/relationships/slideLayout" Target="/ppt/slideLayouts/slideLayout19.xml" Id="Rfe0ead9324a9402d" /><Relationship Type="http://schemas.openxmlformats.org/officeDocument/2006/relationships/slideLayout" Target="/ppt/slideLayouts/slideLayout20.xml" Id="Rcd79df5d4f524264" /><Relationship Type="http://schemas.openxmlformats.org/officeDocument/2006/relationships/slideLayout" Target="/ppt/slideLayouts/slideLayout21.xml" Id="R1149888962a74bfa" /><Relationship Type="http://schemas.openxmlformats.org/officeDocument/2006/relationships/slideLayout" Target="/ppt/slideLayouts/slideLayout22.xml" Id="Rea6b5562d3f3467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2d27ad121b04df3" /><Relationship Type="http://schemas.openxmlformats.org/officeDocument/2006/relationships/slideLayout" Target="/ppt/slideLayouts/slideLayout23.xml" Id="Rc051a9aae3664863" /><Relationship Type="http://schemas.openxmlformats.org/officeDocument/2006/relationships/slideLayout" Target="/ppt/slideLayouts/slideLayout24.xml" Id="Rd9513288347946a7" /><Relationship Type="http://schemas.openxmlformats.org/officeDocument/2006/relationships/slideLayout" Target="/ppt/slideLayouts/slideLayout25.xml" Id="R5cb028b838f546b3" /><Relationship Type="http://schemas.openxmlformats.org/officeDocument/2006/relationships/slideLayout" Target="/ppt/slideLayouts/slideLayout26.xml" Id="R98dc73fc439f4a06" /><Relationship Type="http://schemas.openxmlformats.org/officeDocument/2006/relationships/slideLayout" Target="/ppt/slideLayouts/slideLayout27.xml" Id="Rffe214e3a5374226" /><Relationship Type="http://schemas.openxmlformats.org/officeDocument/2006/relationships/slideLayout" Target="/ppt/slideLayouts/slideLayout28.xml" Id="R2c7e25369b4d4821" /><Relationship Type="http://schemas.openxmlformats.org/officeDocument/2006/relationships/slideLayout" Target="/ppt/slideLayouts/slideLayout29.xml" Id="Race78fb7e7524063" /><Relationship Type="http://schemas.openxmlformats.org/officeDocument/2006/relationships/slideLayout" Target="/ppt/slideLayouts/slideLayout30.xml" Id="R1a8abd2c3f0a4c9d" /><Relationship Type="http://schemas.openxmlformats.org/officeDocument/2006/relationships/slideLayout" Target="/ppt/slideLayouts/slideLayout31.xml" Id="Rdc2dc78dc9884107" /><Relationship Type="http://schemas.openxmlformats.org/officeDocument/2006/relationships/slideLayout" Target="/ppt/slideLayouts/slideLayout32.xml" Id="Rec30d4b9a2ca4634" /><Relationship Type="http://schemas.openxmlformats.org/officeDocument/2006/relationships/slideLayout" Target="/ppt/slideLayouts/slideLayout33.xml" Id="R3058d323225b4f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fc943720d48e7"/>
    <p:sldLayoutId xmlns:r="http://schemas.openxmlformats.org/officeDocument/2006/relationships" id="2147483650" r:id="R0ef76fada76f4a64"/>
    <p:sldLayoutId xmlns:r="http://schemas.openxmlformats.org/officeDocument/2006/relationships" id="2147483651" r:id="R6e776a35097d40af"/>
    <p:sldLayoutId xmlns:r="http://schemas.openxmlformats.org/officeDocument/2006/relationships" id="2147483652" r:id="R86b58189b771431c"/>
    <p:sldLayoutId xmlns:r="http://schemas.openxmlformats.org/officeDocument/2006/relationships" id="2147483653" r:id="R80e8887a46fb4104"/>
    <p:sldLayoutId xmlns:r="http://schemas.openxmlformats.org/officeDocument/2006/relationships" id="2147483654" r:id="R14f02c3c51974138"/>
    <p:sldLayoutId xmlns:r="http://schemas.openxmlformats.org/officeDocument/2006/relationships" id="2147483655" r:id="Rba5a0932140c4443"/>
    <p:sldLayoutId xmlns:r="http://schemas.openxmlformats.org/officeDocument/2006/relationships" id="2147483656" r:id="Rf3fe0c37f29d4e65"/>
    <p:sldLayoutId xmlns:r="http://schemas.openxmlformats.org/officeDocument/2006/relationships" id="2147483657" r:id="Rd1a63658d0534aa3"/>
    <p:sldLayoutId xmlns:r="http://schemas.openxmlformats.org/officeDocument/2006/relationships" id="2147483658" r:id="Rac696ca56d1b4f58"/>
    <p:sldLayoutId xmlns:r="http://schemas.openxmlformats.org/officeDocument/2006/relationships" id="2147483659" r:id="R27024fcba4b2458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500d7835d24171"/>
    <p:sldLayoutId xmlns:r="http://schemas.openxmlformats.org/officeDocument/2006/relationships" id="2147483662" r:id="R4e76e89ff94b43e2"/>
    <p:sldLayoutId xmlns:r="http://schemas.openxmlformats.org/officeDocument/2006/relationships" id="2147483663" r:id="R58bfbeec27514666"/>
    <p:sldLayoutId xmlns:r="http://schemas.openxmlformats.org/officeDocument/2006/relationships" id="2147483664" r:id="Rf402e27f90c44545"/>
    <p:sldLayoutId xmlns:r="http://schemas.openxmlformats.org/officeDocument/2006/relationships" id="2147483665" r:id="R2aa1e8daa09e46ae"/>
    <p:sldLayoutId xmlns:r="http://schemas.openxmlformats.org/officeDocument/2006/relationships" id="2147483666" r:id="R51b0d3b95c7543bb"/>
    <p:sldLayoutId xmlns:r="http://schemas.openxmlformats.org/officeDocument/2006/relationships" id="2147483667" r:id="R5079cab4459e45d2"/>
    <p:sldLayoutId xmlns:r="http://schemas.openxmlformats.org/officeDocument/2006/relationships" id="2147483668" r:id="Rfe0ead9324a9402d"/>
    <p:sldLayoutId xmlns:r="http://schemas.openxmlformats.org/officeDocument/2006/relationships" id="2147483669" r:id="Rcd79df5d4f524264"/>
    <p:sldLayoutId xmlns:r="http://schemas.openxmlformats.org/officeDocument/2006/relationships" id="2147483670" r:id="R1149888962a74bfa"/>
    <p:sldLayoutId xmlns:r="http://schemas.openxmlformats.org/officeDocument/2006/relationships" id="2147483671" r:id="Rea6b5562d3f3467e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c051a9aae3664863"/>
    <p:sldLayoutId xmlns:r="http://schemas.openxmlformats.org/officeDocument/2006/relationships" id="2147483674" r:id="Rd9513288347946a7"/>
    <p:sldLayoutId xmlns:r="http://schemas.openxmlformats.org/officeDocument/2006/relationships" id="2147483675" r:id="R5cb028b838f546b3"/>
    <p:sldLayoutId xmlns:r="http://schemas.openxmlformats.org/officeDocument/2006/relationships" id="2147483676" r:id="R98dc73fc439f4a06"/>
    <p:sldLayoutId xmlns:r="http://schemas.openxmlformats.org/officeDocument/2006/relationships" id="2147483677" r:id="Rffe214e3a5374226"/>
    <p:sldLayoutId xmlns:r="http://schemas.openxmlformats.org/officeDocument/2006/relationships" id="2147483678" r:id="R2c7e25369b4d4821"/>
    <p:sldLayoutId xmlns:r="http://schemas.openxmlformats.org/officeDocument/2006/relationships" id="2147483679" r:id="Race78fb7e7524063"/>
    <p:sldLayoutId xmlns:r="http://schemas.openxmlformats.org/officeDocument/2006/relationships" id="2147483680" r:id="R1a8abd2c3f0a4c9d"/>
    <p:sldLayoutId xmlns:r="http://schemas.openxmlformats.org/officeDocument/2006/relationships" id="2147483681" r:id="Rdc2dc78dc9884107"/>
    <p:sldLayoutId xmlns:r="http://schemas.openxmlformats.org/officeDocument/2006/relationships" id="2147483682" r:id="Rec30d4b9a2ca4634"/>
    <p:sldLayoutId xmlns:r="http://schemas.openxmlformats.org/officeDocument/2006/relationships" id="2147483683" r:id="R3058d323225b4f7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3b80bc8a04964" /><Relationship Type="http://schemas.openxmlformats.org/officeDocument/2006/relationships/image" Target="/ppt/media/image.jpeg" Id="Rd5d23b485b914a62" /><Relationship Type="http://schemas.openxmlformats.org/officeDocument/2006/relationships/notesSlide" Target="/ppt/notesSlides/notesSlide1.xml" Id="R20772924a5924c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ab0bb3c64219" /><Relationship Type="http://schemas.openxmlformats.org/officeDocument/2006/relationships/image" Target="/ppt/media/image2.jpeg" Id="R33c60cdb1b2e40ab" /><Relationship Type="http://schemas.openxmlformats.org/officeDocument/2006/relationships/notesSlide" Target="/ppt/notesSlides/notesSlide2.xml" Id="R11a39ca76c6145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d5f360dd16d432d" /><Relationship Type="http://schemas.openxmlformats.org/officeDocument/2006/relationships/image" Target="/ppt/media/image2.jpeg" Id="Rd7e71a5b5879409d" /><Relationship Type="http://schemas.openxmlformats.org/officeDocument/2006/relationships/notesSlide" Target="/ppt/notesSlides/notesSlide3.xml" Id="R56fea25bbf71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f161059b0344a50" /><Relationship Type="http://schemas.openxmlformats.org/officeDocument/2006/relationships/image" Target="/ppt/media/image2.jpeg" Id="R90f0d1747d3d4557" /><Relationship Type="http://schemas.openxmlformats.org/officeDocument/2006/relationships/notesSlide" Target="/ppt/notesSlides/notesSlide4.xml" Id="Rbd23261c168d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4f2ff5e47e34fae" /><Relationship Type="http://schemas.openxmlformats.org/officeDocument/2006/relationships/notesSlide" Target="/ppt/notesSlides/notesSlide5.xml" Id="Rb830afd60457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0601373a5cb4916" /><Relationship Type="http://schemas.openxmlformats.org/officeDocument/2006/relationships/image" Target="/ppt/media/image2.jpeg" Id="R96ca211d00e5453f" /><Relationship Type="http://schemas.openxmlformats.org/officeDocument/2006/relationships/notesSlide" Target="/ppt/notesSlides/notesSlide6.xml" Id="R3805edc7741347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90bcf6d6243f2" /><Relationship Type="http://schemas.openxmlformats.org/officeDocument/2006/relationships/image" Target="/ppt/media/image2.jpeg" Id="R2cd0c1439fd341dc" /><Relationship Type="http://schemas.openxmlformats.org/officeDocument/2006/relationships/image" Target="/ppt/media/image.png" Id="Rea1e35f91e6249b9" /><Relationship Type="http://schemas.openxmlformats.org/officeDocument/2006/relationships/notesSlide" Target="/ppt/notesSlides/notesSlide7.xml" Id="R24c7e03bae6245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23b485b91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60cdb1b2e40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71a5b587940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0d1747d3d45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a211d00e545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0c1439fd3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e35f91e62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2026-08-14T02:55:18.0610000Z</dcterms:created>
  <dcterms:modified xsi:type="dcterms:W3CDTF">2026-08-14T02:55:18.0610000Z</dcterms:modified>
</coreProperties>
</file>