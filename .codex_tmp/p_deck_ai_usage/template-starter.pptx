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b78f28e8104c52" /><Relationship Type="http://schemas.openxmlformats.org/officeDocument/2006/relationships/extended-properties" Target="/docProps/app.xml" Id="R28762f321f874ca4" /><Relationship Type="http://schemas.openxmlformats.org/officeDocument/2006/relationships/officeDocument" Target="/ppt/presentation.xml" Id="Rc70163df350d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788d72cd294d33"/>
    <p:sldMasterId xmlns:r="http://schemas.openxmlformats.org/officeDocument/2006/relationships" id="2147483660" r:id="R1dbc08a705ab4c98"/>
    <p:sldMasterId xmlns:r="http://schemas.openxmlformats.org/officeDocument/2006/relationships" id="2147483672" r:id="R2848a2f435124a1c"/>
  </p:sldMasterIdLst>
  <p:notesMasterIdLst>
    <p:notesMasterId xmlns:r="http://schemas.openxmlformats.org/officeDocument/2006/relationships" r:id="R25c90d330dd04ce4"/>
  </p:notesMasterIdLst>
  <p:sldIdLst>
    <p:sldId xmlns:r="http://schemas.openxmlformats.org/officeDocument/2006/relationships" id="256" r:id="Ra92563dea5fe4ec1"/>
    <p:sldId xmlns:r="http://schemas.openxmlformats.org/officeDocument/2006/relationships" id="257" r:id="R3ec1a2824e474d5b"/>
    <p:sldId xmlns:r="http://schemas.openxmlformats.org/officeDocument/2006/relationships" id="258" r:id="R26589955acc2435a"/>
    <p:sldId xmlns:r="http://schemas.openxmlformats.org/officeDocument/2006/relationships" id="259" r:id="R54d8ff735e094915"/>
    <p:sldId xmlns:r="http://schemas.openxmlformats.org/officeDocument/2006/relationships" id="260" r:id="Re60ad53cfae64c86"/>
    <p:sldId xmlns:r="http://schemas.openxmlformats.org/officeDocument/2006/relationships" id="261" r:id="R53dbf2dece4b4a51"/>
    <p:sldId xmlns:r="http://schemas.openxmlformats.org/officeDocument/2006/relationships" id="262" r:id="R3b00d5df36e741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feca51f54f4e34" /><Relationship Type="http://schemas.openxmlformats.org/officeDocument/2006/relationships/slideMaster" Target="/ppt/slideMasters/slideMaster1.xml" Id="R6c788d72cd294d33" /><Relationship Type="http://schemas.openxmlformats.org/officeDocument/2006/relationships/slideMaster" Target="/ppt/slideMasters/slideMaster2.xml" Id="R1dbc08a705ab4c98" /><Relationship Type="http://schemas.openxmlformats.org/officeDocument/2006/relationships/slideMaster" Target="/ppt/slideMasters/slideMaster3.xml" Id="R2848a2f435124a1c" /><Relationship Type="http://schemas.openxmlformats.org/officeDocument/2006/relationships/notesMaster" Target="/ppt/notesMasters/notesMaster1.xml" Id="R25c90d330dd04ce4" /><Relationship Type="http://schemas.openxmlformats.org/officeDocument/2006/relationships/presProps" Target="/ppt/presProps.xml" Id="R194217cba7874809" /><Relationship Type="http://schemas.openxmlformats.org/officeDocument/2006/relationships/viewProps" Target="/ppt/viewProps.xml" Id="R1b40a855a5024f3c" /><Relationship Type="http://schemas.openxmlformats.org/officeDocument/2006/relationships/tableStyles" Target="/ppt/tableStyles.xml" Id="Rd68ffe338a034f7b" /><Relationship Type="http://schemas.openxmlformats.org/officeDocument/2006/relationships/slide" Target="/ppt/slides/slide1.xml" Id="Ra92563dea5fe4ec1" /><Relationship Type="http://schemas.openxmlformats.org/officeDocument/2006/relationships/slide" Target="/ppt/slides/slide2.xml" Id="R3ec1a2824e474d5b" /><Relationship Type="http://schemas.openxmlformats.org/officeDocument/2006/relationships/slide" Target="/ppt/slides/slide3.xml" Id="R26589955acc2435a" /><Relationship Type="http://schemas.openxmlformats.org/officeDocument/2006/relationships/slide" Target="/ppt/slides/slide4.xml" Id="R54d8ff735e094915" /><Relationship Type="http://schemas.openxmlformats.org/officeDocument/2006/relationships/slide" Target="/ppt/slides/slide5.xml" Id="Re60ad53cfae64c86" /><Relationship Type="http://schemas.openxmlformats.org/officeDocument/2006/relationships/slide" Target="/ppt/slides/slide6.xml" Id="R53dbf2dece4b4a51" /><Relationship Type="http://schemas.openxmlformats.org/officeDocument/2006/relationships/slide" Target="/ppt/slides/slide7.xml" Id="R3b00d5df36e7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c883991e0db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83ae152b994463" /><Relationship Type="http://schemas.openxmlformats.org/officeDocument/2006/relationships/notesMaster" Target="/ppt/notesMasters/notesMaster1.xml" Id="R6ace3191be1d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00b3b3efc942d2" /><Relationship Type="http://schemas.openxmlformats.org/officeDocument/2006/relationships/notesMaster" Target="/ppt/notesMasters/notesMaster1.xml" Id="Reb921dcee77f46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a57336aa22428c" /><Relationship Type="http://schemas.openxmlformats.org/officeDocument/2006/relationships/notesMaster" Target="/ppt/notesMasters/notesMaster1.xml" Id="Ra23389eec7974f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9f941adb9742ee" /><Relationship Type="http://schemas.openxmlformats.org/officeDocument/2006/relationships/notesMaster" Target="/ppt/notesMasters/notesMaster1.xml" Id="Rc4c459d4b0a942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9c74ccaeb64616" /><Relationship Type="http://schemas.openxmlformats.org/officeDocument/2006/relationships/notesMaster" Target="/ppt/notesMasters/notesMaster1.xml" Id="R5901bdfd140442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fcdc3ab8fe483f" /><Relationship Type="http://schemas.openxmlformats.org/officeDocument/2006/relationships/notesMaster" Target="/ppt/notesMasters/notesMaster1.xml" Id="R84cd9caa7b8041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7d81a696214a73" /><Relationship Type="http://schemas.openxmlformats.org/officeDocument/2006/relationships/notesMaster" Target="/ppt/notesMasters/notesMaster1.xml" Id="R5ff7e98375ed45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Docs/Project/MirrorTrial_iWiki_Rewrite.md</a:t>
            </a:r>
            <a:endParaRPr/>
          </a:p>
          <a:p xmlns:a="http://schemas.openxmlformats.org/drawingml/2006/main">
            <a:r>
              <a:t>- Docs/Project/MirrorTrial_ImplementationPlan.md</a:t>
            </a:r>
            <a:endParaRPr/>
          </a:p>
          <a:p xmlns:a="http://schemas.openxmlformats.org/drawingml/2006/main">
            <a:r>
              <a:t>- Docs/Level/生命精华系统_完整实现说明.md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1f108ee594a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1107eeaeb40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feb26438146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0b03e87914b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b428c4b2243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dbf77b444f3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741c3fcad4e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b6a72c84c470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4c4602e154ff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cdb541af64fa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e3bc905f0445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928bbdfbbd443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12fb78ec66400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a827ef3ca944f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e70e3f9bdf40d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db7778a63e4a6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8259c23c1340f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eb320d566e490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22ee1c007d466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d85018088c48c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40160a7eef44d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5fd64de85b4a73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7e3ec74dbce4ed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d9de885b87d41e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f59b08075341dc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bb55471069d403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4bcd5500ee84998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be8c971c2144406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414bda38edd4898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5f7a3e59f3c4a6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1cd1db5e4224ed9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23b1d4f97c0477f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cdc746c932247a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18e08e2ab442c6" /><Relationship Type="http://schemas.openxmlformats.org/officeDocument/2006/relationships/slideLayout" Target="/ppt/slideLayouts/slideLayout1.xml" Id="Rc2b1a32b74774a54" /><Relationship Type="http://schemas.openxmlformats.org/officeDocument/2006/relationships/slideLayout" Target="/ppt/slideLayouts/slideLayout2.xml" Id="Rd00d6188a2444ff8" /><Relationship Type="http://schemas.openxmlformats.org/officeDocument/2006/relationships/slideLayout" Target="/ppt/slideLayouts/slideLayout3.xml" Id="R0900c2d9fa5a4e53" /><Relationship Type="http://schemas.openxmlformats.org/officeDocument/2006/relationships/slideLayout" Target="/ppt/slideLayouts/slideLayout4.xml" Id="R318318c3c5f64c75" /><Relationship Type="http://schemas.openxmlformats.org/officeDocument/2006/relationships/slideLayout" Target="/ppt/slideLayouts/slideLayout5.xml" Id="R06936adc722745ba" /><Relationship Type="http://schemas.openxmlformats.org/officeDocument/2006/relationships/slideLayout" Target="/ppt/slideLayouts/slideLayout6.xml" Id="R037f494ef4854ed4" /><Relationship Type="http://schemas.openxmlformats.org/officeDocument/2006/relationships/slideLayout" Target="/ppt/slideLayouts/slideLayout7.xml" Id="R96a2a05aa1d94a23" /><Relationship Type="http://schemas.openxmlformats.org/officeDocument/2006/relationships/slideLayout" Target="/ppt/slideLayouts/slideLayout8.xml" Id="Ra7b310bb07c44b0a" /><Relationship Type="http://schemas.openxmlformats.org/officeDocument/2006/relationships/slideLayout" Target="/ppt/slideLayouts/slideLayout9.xml" Id="R438dd17e58ea4213" /><Relationship Type="http://schemas.openxmlformats.org/officeDocument/2006/relationships/slideLayout" Target="/ppt/slideLayouts/slideLayout10.xml" Id="R3da91b7d356347b3" /><Relationship Type="http://schemas.openxmlformats.org/officeDocument/2006/relationships/slideLayout" Target="/ppt/slideLayouts/slideLayout11.xml" Id="R3aa6491e2bd44e0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5f9d91bcd1e4cd7" /><Relationship Type="http://schemas.openxmlformats.org/officeDocument/2006/relationships/slideLayout" Target="/ppt/slideLayouts/slideLayout12.xml" Id="Reaf0e13ac78f446a" /><Relationship Type="http://schemas.openxmlformats.org/officeDocument/2006/relationships/slideLayout" Target="/ppt/slideLayouts/slideLayout13.xml" Id="Rbef8147ae76748ad" /><Relationship Type="http://schemas.openxmlformats.org/officeDocument/2006/relationships/slideLayout" Target="/ppt/slideLayouts/slideLayout14.xml" Id="R7e237a06a1d34291" /><Relationship Type="http://schemas.openxmlformats.org/officeDocument/2006/relationships/slideLayout" Target="/ppt/slideLayouts/slideLayout15.xml" Id="R39c5b0386f5c4527" /><Relationship Type="http://schemas.openxmlformats.org/officeDocument/2006/relationships/slideLayout" Target="/ppt/slideLayouts/slideLayout16.xml" Id="R857e4291b0f7406f" /><Relationship Type="http://schemas.openxmlformats.org/officeDocument/2006/relationships/slideLayout" Target="/ppt/slideLayouts/slideLayout17.xml" Id="Re336abe6a7314cad" /><Relationship Type="http://schemas.openxmlformats.org/officeDocument/2006/relationships/slideLayout" Target="/ppt/slideLayouts/slideLayout18.xml" Id="Rcd4daddfec484d53" /><Relationship Type="http://schemas.openxmlformats.org/officeDocument/2006/relationships/slideLayout" Target="/ppt/slideLayouts/slideLayout19.xml" Id="R8faa4d0799e444af" /><Relationship Type="http://schemas.openxmlformats.org/officeDocument/2006/relationships/slideLayout" Target="/ppt/slideLayouts/slideLayout20.xml" Id="R069d95accd3e4b01" /><Relationship Type="http://schemas.openxmlformats.org/officeDocument/2006/relationships/slideLayout" Target="/ppt/slideLayouts/slideLayout21.xml" Id="R24ebfa72936e42e8" /><Relationship Type="http://schemas.openxmlformats.org/officeDocument/2006/relationships/slideLayout" Target="/ppt/slideLayouts/slideLayout22.xml" Id="Rbb2a80ae00a24e7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83101c4d70445e2" /><Relationship Type="http://schemas.openxmlformats.org/officeDocument/2006/relationships/slideLayout" Target="/ppt/slideLayouts/slideLayout23.xml" Id="Rf079201318c74e31" /><Relationship Type="http://schemas.openxmlformats.org/officeDocument/2006/relationships/slideLayout" Target="/ppt/slideLayouts/slideLayout24.xml" Id="Rc263c51e6a5f4041" /><Relationship Type="http://schemas.openxmlformats.org/officeDocument/2006/relationships/slideLayout" Target="/ppt/slideLayouts/slideLayout25.xml" Id="Rb913719db0ea4c1e" /><Relationship Type="http://schemas.openxmlformats.org/officeDocument/2006/relationships/slideLayout" Target="/ppt/slideLayouts/slideLayout26.xml" Id="R4e3ba6afb8554ae5" /><Relationship Type="http://schemas.openxmlformats.org/officeDocument/2006/relationships/slideLayout" Target="/ppt/slideLayouts/slideLayout27.xml" Id="Rda667b86dda34073" /><Relationship Type="http://schemas.openxmlformats.org/officeDocument/2006/relationships/slideLayout" Target="/ppt/slideLayouts/slideLayout28.xml" Id="R078bb09aa63a4be2" /><Relationship Type="http://schemas.openxmlformats.org/officeDocument/2006/relationships/slideLayout" Target="/ppt/slideLayouts/slideLayout29.xml" Id="R8339008275704b3d" /><Relationship Type="http://schemas.openxmlformats.org/officeDocument/2006/relationships/slideLayout" Target="/ppt/slideLayouts/slideLayout30.xml" Id="Rf208657d1e584f3e" /><Relationship Type="http://schemas.openxmlformats.org/officeDocument/2006/relationships/slideLayout" Target="/ppt/slideLayouts/slideLayout31.xml" Id="R731b928475b245c7" /><Relationship Type="http://schemas.openxmlformats.org/officeDocument/2006/relationships/slideLayout" Target="/ppt/slideLayouts/slideLayout32.xml" Id="Rc28ff62809d34a9f" /><Relationship Type="http://schemas.openxmlformats.org/officeDocument/2006/relationships/slideLayout" Target="/ppt/slideLayouts/slideLayout33.xml" Id="R08a8dbe15b5949a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b1a32b74774a54"/>
    <p:sldLayoutId xmlns:r="http://schemas.openxmlformats.org/officeDocument/2006/relationships" id="2147483650" r:id="Rd00d6188a2444ff8"/>
    <p:sldLayoutId xmlns:r="http://schemas.openxmlformats.org/officeDocument/2006/relationships" id="2147483651" r:id="R0900c2d9fa5a4e53"/>
    <p:sldLayoutId xmlns:r="http://schemas.openxmlformats.org/officeDocument/2006/relationships" id="2147483652" r:id="R318318c3c5f64c75"/>
    <p:sldLayoutId xmlns:r="http://schemas.openxmlformats.org/officeDocument/2006/relationships" id="2147483653" r:id="R06936adc722745ba"/>
    <p:sldLayoutId xmlns:r="http://schemas.openxmlformats.org/officeDocument/2006/relationships" id="2147483654" r:id="R037f494ef4854ed4"/>
    <p:sldLayoutId xmlns:r="http://schemas.openxmlformats.org/officeDocument/2006/relationships" id="2147483655" r:id="R96a2a05aa1d94a23"/>
    <p:sldLayoutId xmlns:r="http://schemas.openxmlformats.org/officeDocument/2006/relationships" id="2147483656" r:id="Ra7b310bb07c44b0a"/>
    <p:sldLayoutId xmlns:r="http://schemas.openxmlformats.org/officeDocument/2006/relationships" id="2147483657" r:id="R438dd17e58ea4213"/>
    <p:sldLayoutId xmlns:r="http://schemas.openxmlformats.org/officeDocument/2006/relationships" id="2147483658" r:id="R3da91b7d356347b3"/>
    <p:sldLayoutId xmlns:r="http://schemas.openxmlformats.org/officeDocument/2006/relationships" id="2147483659" r:id="R3aa6491e2bd44e0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af0e13ac78f446a"/>
    <p:sldLayoutId xmlns:r="http://schemas.openxmlformats.org/officeDocument/2006/relationships" id="2147483662" r:id="Rbef8147ae76748ad"/>
    <p:sldLayoutId xmlns:r="http://schemas.openxmlformats.org/officeDocument/2006/relationships" id="2147483663" r:id="R7e237a06a1d34291"/>
    <p:sldLayoutId xmlns:r="http://schemas.openxmlformats.org/officeDocument/2006/relationships" id="2147483664" r:id="R39c5b0386f5c4527"/>
    <p:sldLayoutId xmlns:r="http://schemas.openxmlformats.org/officeDocument/2006/relationships" id="2147483665" r:id="R857e4291b0f7406f"/>
    <p:sldLayoutId xmlns:r="http://schemas.openxmlformats.org/officeDocument/2006/relationships" id="2147483666" r:id="Re336abe6a7314cad"/>
    <p:sldLayoutId xmlns:r="http://schemas.openxmlformats.org/officeDocument/2006/relationships" id="2147483667" r:id="Rcd4daddfec484d53"/>
    <p:sldLayoutId xmlns:r="http://schemas.openxmlformats.org/officeDocument/2006/relationships" id="2147483668" r:id="R8faa4d0799e444af"/>
    <p:sldLayoutId xmlns:r="http://schemas.openxmlformats.org/officeDocument/2006/relationships" id="2147483669" r:id="R069d95accd3e4b01"/>
    <p:sldLayoutId xmlns:r="http://schemas.openxmlformats.org/officeDocument/2006/relationships" id="2147483670" r:id="R24ebfa72936e42e8"/>
    <p:sldLayoutId xmlns:r="http://schemas.openxmlformats.org/officeDocument/2006/relationships" id="2147483671" r:id="Rbb2a80ae00a24e70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f079201318c74e31"/>
    <p:sldLayoutId xmlns:r="http://schemas.openxmlformats.org/officeDocument/2006/relationships" id="2147483674" r:id="Rc263c51e6a5f4041"/>
    <p:sldLayoutId xmlns:r="http://schemas.openxmlformats.org/officeDocument/2006/relationships" id="2147483675" r:id="Rb913719db0ea4c1e"/>
    <p:sldLayoutId xmlns:r="http://schemas.openxmlformats.org/officeDocument/2006/relationships" id="2147483676" r:id="R4e3ba6afb8554ae5"/>
    <p:sldLayoutId xmlns:r="http://schemas.openxmlformats.org/officeDocument/2006/relationships" id="2147483677" r:id="Rda667b86dda34073"/>
    <p:sldLayoutId xmlns:r="http://schemas.openxmlformats.org/officeDocument/2006/relationships" id="2147483678" r:id="R078bb09aa63a4be2"/>
    <p:sldLayoutId xmlns:r="http://schemas.openxmlformats.org/officeDocument/2006/relationships" id="2147483679" r:id="R8339008275704b3d"/>
    <p:sldLayoutId xmlns:r="http://schemas.openxmlformats.org/officeDocument/2006/relationships" id="2147483680" r:id="Rf208657d1e584f3e"/>
    <p:sldLayoutId xmlns:r="http://schemas.openxmlformats.org/officeDocument/2006/relationships" id="2147483681" r:id="R731b928475b245c7"/>
    <p:sldLayoutId xmlns:r="http://schemas.openxmlformats.org/officeDocument/2006/relationships" id="2147483682" r:id="Rc28ff62809d34a9f"/>
    <p:sldLayoutId xmlns:r="http://schemas.openxmlformats.org/officeDocument/2006/relationships" id="2147483683" r:id="R08a8dbe15b5949a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cb233a3ff4c39" /><Relationship Type="http://schemas.openxmlformats.org/officeDocument/2006/relationships/image" Target="/ppt/media/image.jpeg" Id="R4295d688873240b5" /><Relationship Type="http://schemas.openxmlformats.org/officeDocument/2006/relationships/notesSlide" Target="/ppt/notesSlides/notesSlide1.xml" Id="R45c3fd620ea844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e34ec8f5e414f" /><Relationship Type="http://schemas.openxmlformats.org/officeDocument/2006/relationships/image" Target="/ppt/media/image2.jpeg" Id="Ref71fbe285b84ea5" /><Relationship Type="http://schemas.openxmlformats.org/officeDocument/2006/relationships/notesSlide" Target="/ppt/notesSlides/notesSlide2.xml" Id="Rffac553a5cd54f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c9071f80d714971" /><Relationship Type="http://schemas.openxmlformats.org/officeDocument/2006/relationships/image" Target="/ppt/media/image2.jpeg" Id="Rfde8c3218c444882" /><Relationship Type="http://schemas.openxmlformats.org/officeDocument/2006/relationships/notesSlide" Target="/ppt/notesSlides/notesSlide3.xml" Id="R0abfd34a760544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82107ff66e24726" /><Relationship Type="http://schemas.openxmlformats.org/officeDocument/2006/relationships/image" Target="/ppt/media/image2.jpeg" Id="R3115c3efb0314952" /><Relationship Type="http://schemas.openxmlformats.org/officeDocument/2006/relationships/notesSlide" Target="/ppt/notesSlides/notesSlide4.xml" Id="R1d137329322b40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1f20eb34a9e44f6f" /><Relationship Type="http://schemas.openxmlformats.org/officeDocument/2006/relationships/notesSlide" Target="/ppt/notesSlides/notesSlide5.xml" Id="R500c0b3f07db4b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c19eb0769b94b3d" /><Relationship Type="http://schemas.openxmlformats.org/officeDocument/2006/relationships/image" Target="/ppt/media/image2.jpeg" Id="R4180b83811604536" /><Relationship Type="http://schemas.openxmlformats.org/officeDocument/2006/relationships/notesSlide" Target="/ppt/notesSlides/notesSlide6.xml" Id="Rfbe40514e8d440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87eb809564c16" /><Relationship Type="http://schemas.openxmlformats.org/officeDocument/2006/relationships/image" Target="/ppt/media/image2.jpeg" Id="Rfb925801827c4cce" /><Relationship Type="http://schemas.openxmlformats.org/officeDocument/2006/relationships/image" Target="/ppt/media/image.png" Id="Reea50cba7ad3453e" /><Relationship Type="http://schemas.openxmlformats.org/officeDocument/2006/relationships/notesSlide" Target="/ppt/notesSlides/notesSlide7.xml" Id="Ref6ec7129cd345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5d688873240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1fbe285b84e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8c3218c44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（关卡）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推动关卡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/ NPC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编辑器与动物玩法工具链落地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建设资源检索、配置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ID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与对话内容生产流程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天美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J1｜Unity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客户端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→ UE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（战斗）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负责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3C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镜头、物理交互与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UI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开发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搭建英雄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Ability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  <a:endParaRPr sz="28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5c3efb03149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游戏整体思路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413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类银河城式能力成长｜轻度 Roguelite｜《丝之歌》式高机动战斗参考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【核心玩法】现实层推进 → 镜像挑战 → 击败镜像自我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【成长路径】击败 Boss，永久解锁镜刃、冲刺等核心能力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收集生命精华，关末选择生命、攻击或移速强化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组合已有能力，挑战更强敌人与最终 Boss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72933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0b83811604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在腾讯负责的整体工作情况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重点谈1~2个你认为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最成功或最能体现个人专业能力的项目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产出或成果；或1个你负责的比较遗憾或失败的项目；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在项目组实习过程中的总结，不仅限于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过程中的挑战和难度在哪里，你如何克服的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有哪些方法论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工具的应用或突破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在工作中，你需要加强哪方面的能力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项目组实习成果展示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25801827c4c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50cba7ad3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2026-08-14T02:54:08.3060000Z</dcterms:created>
  <dcterms:modified xsi:type="dcterms:W3CDTF">2026-08-14T02:54:08.3060000Z</dcterms:modified>
</coreProperties>
</file>