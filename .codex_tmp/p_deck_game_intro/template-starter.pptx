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c05288fcf4df5" /><Relationship Type="http://schemas.openxmlformats.org/officeDocument/2006/relationships/extended-properties" Target="/docProps/app.xml" Id="Rdd60a2d7c8494c92" /><Relationship Type="http://schemas.openxmlformats.org/officeDocument/2006/relationships/officeDocument" Target="/ppt/presentation.xml" Id="R873918d1b786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becc1b042741d9"/>
    <p:sldMasterId xmlns:r="http://schemas.openxmlformats.org/officeDocument/2006/relationships" id="2147483660" r:id="R83e17fdf01624d3f"/>
    <p:sldMasterId xmlns:r="http://schemas.openxmlformats.org/officeDocument/2006/relationships" id="2147483672" r:id="R3a768754cb614b63"/>
  </p:sldMasterIdLst>
  <p:notesMasterIdLst>
    <p:notesMasterId xmlns:r="http://schemas.openxmlformats.org/officeDocument/2006/relationships" r:id="R6e36dae2489546c9"/>
  </p:notesMasterIdLst>
  <p:sldIdLst>
    <p:sldId xmlns:r="http://schemas.openxmlformats.org/officeDocument/2006/relationships" id="256" r:id="R5bd558506e774dd9"/>
    <p:sldId xmlns:r="http://schemas.openxmlformats.org/officeDocument/2006/relationships" id="257" r:id="Rf41a884a7a4e4075"/>
    <p:sldId xmlns:r="http://schemas.openxmlformats.org/officeDocument/2006/relationships" id="258" r:id="R66e35b6c62a64b22"/>
    <p:sldId xmlns:r="http://schemas.openxmlformats.org/officeDocument/2006/relationships" id="259" r:id="Re036e3ab8a284ac7"/>
    <p:sldId xmlns:r="http://schemas.openxmlformats.org/officeDocument/2006/relationships" id="260" r:id="R0bc92d1909fd44ef"/>
    <p:sldId xmlns:r="http://schemas.openxmlformats.org/officeDocument/2006/relationships" id="261" r:id="R24312864eee845fb"/>
    <p:sldId xmlns:r="http://schemas.openxmlformats.org/officeDocument/2006/relationships" id="262" r:id="R286a41fccc2a4e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3d4fa96e340e7" /><Relationship Type="http://schemas.openxmlformats.org/officeDocument/2006/relationships/slideMaster" Target="/ppt/slideMasters/slideMaster1.xml" Id="R97becc1b042741d9" /><Relationship Type="http://schemas.openxmlformats.org/officeDocument/2006/relationships/slideMaster" Target="/ppt/slideMasters/slideMaster2.xml" Id="R83e17fdf01624d3f" /><Relationship Type="http://schemas.openxmlformats.org/officeDocument/2006/relationships/slideMaster" Target="/ppt/slideMasters/slideMaster3.xml" Id="R3a768754cb614b63" /><Relationship Type="http://schemas.openxmlformats.org/officeDocument/2006/relationships/notesMaster" Target="/ppt/notesMasters/notesMaster1.xml" Id="R6e36dae2489546c9" /><Relationship Type="http://schemas.openxmlformats.org/officeDocument/2006/relationships/presProps" Target="/ppt/presProps.xml" Id="R648f6c1054594e19" /><Relationship Type="http://schemas.openxmlformats.org/officeDocument/2006/relationships/viewProps" Target="/ppt/viewProps.xml" Id="Rfe9d23946a1f4644" /><Relationship Type="http://schemas.openxmlformats.org/officeDocument/2006/relationships/tableStyles" Target="/ppt/tableStyles.xml" Id="R468192eee8dc469a" /><Relationship Type="http://schemas.openxmlformats.org/officeDocument/2006/relationships/slide" Target="/ppt/slides/slide1.xml" Id="R5bd558506e774dd9" /><Relationship Type="http://schemas.openxmlformats.org/officeDocument/2006/relationships/slide" Target="/ppt/slides/slide2.xml" Id="Rf41a884a7a4e4075" /><Relationship Type="http://schemas.openxmlformats.org/officeDocument/2006/relationships/slide" Target="/ppt/slides/slide3.xml" Id="R66e35b6c62a64b22" /><Relationship Type="http://schemas.openxmlformats.org/officeDocument/2006/relationships/slide" Target="/ppt/slides/slide4.xml" Id="Re036e3ab8a284ac7" /><Relationship Type="http://schemas.openxmlformats.org/officeDocument/2006/relationships/slide" Target="/ppt/slides/slide5.xml" Id="R0bc92d1909fd44ef" /><Relationship Type="http://schemas.openxmlformats.org/officeDocument/2006/relationships/slide" Target="/ppt/slides/slide6.xml" Id="R24312864eee845fb" /><Relationship Type="http://schemas.openxmlformats.org/officeDocument/2006/relationships/slide" Target="/ppt/slides/slide7.xml" Id="R286a41fccc2a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3b9987cb3fd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ca8c784c3c4175" /><Relationship Type="http://schemas.openxmlformats.org/officeDocument/2006/relationships/notesMaster" Target="/ppt/notesMasters/notesMaster1.xml" Id="R540daf99fccc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fc4082c03451e" /><Relationship Type="http://schemas.openxmlformats.org/officeDocument/2006/relationships/notesMaster" Target="/ppt/notesMasters/notesMaster1.xml" Id="R882e582022b248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9adeb80bf642b4" /><Relationship Type="http://schemas.openxmlformats.org/officeDocument/2006/relationships/notesMaster" Target="/ppt/notesMasters/notesMaster1.xml" Id="Re29b6fac1b86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53dcdf656b4ae6" /><Relationship Type="http://schemas.openxmlformats.org/officeDocument/2006/relationships/notesMaster" Target="/ppt/notesMasters/notesMaster1.xml" Id="R64ae03f7c5ac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50f795be647b9" /><Relationship Type="http://schemas.openxmlformats.org/officeDocument/2006/relationships/notesMaster" Target="/ppt/notesMasters/notesMaster1.xml" Id="R117e5037a1394c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cbddb4dc04f6a" /><Relationship Type="http://schemas.openxmlformats.org/officeDocument/2006/relationships/notesMaster" Target="/ppt/notesMasters/notesMaster1.xml" Id="R51674d68cd8c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c000667274f29" /><Relationship Type="http://schemas.openxmlformats.org/officeDocument/2006/relationships/notesMaster" Target="/ppt/notesMasters/notesMaster1.xml" Id="R8c14ee219edd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8e124cc2f41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0d7c58ecd46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22467aed74a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1b734d39b44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a8e90d4d9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85528f98d40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1329f62694c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3853c4e4846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2a678b60849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0da249ca441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6698ecbe649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f4c4a97f07422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2cd3535bec4c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07e45f93e349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53880badef447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e85eeb79954cb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ca0f008a76413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fa3818eef8437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5ac429a37145c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337f4404384d8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276e5448794a3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1236167e85468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530fcf03ab4c4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b2e9daba8b4be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7aa6cf02da64a8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5b4c9409e24be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7a9df1be6d54ee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9f360f8a99406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4159f3d3c39447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7f521ffae34b32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fe447e1b1d949b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c986fd380e4dc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cbc2a0ddf8e48c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400344fa84187" /><Relationship Type="http://schemas.openxmlformats.org/officeDocument/2006/relationships/slideLayout" Target="/ppt/slideLayouts/slideLayout1.xml" Id="R70db902dff644103" /><Relationship Type="http://schemas.openxmlformats.org/officeDocument/2006/relationships/slideLayout" Target="/ppt/slideLayouts/slideLayout2.xml" Id="R8a2e198064434c00" /><Relationship Type="http://schemas.openxmlformats.org/officeDocument/2006/relationships/slideLayout" Target="/ppt/slideLayouts/slideLayout3.xml" Id="Rf2d664ba6b4b4939" /><Relationship Type="http://schemas.openxmlformats.org/officeDocument/2006/relationships/slideLayout" Target="/ppt/slideLayouts/slideLayout4.xml" Id="R7ed2aaa768c14b3e" /><Relationship Type="http://schemas.openxmlformats.org/officeDocument/2006/relationships/slideLayout" Target="/ppt/slideLayouts/slideLayout5.xml" Id="R0eb7b8c15a5241d4" /><Relationship Type="http://schemas.openxmlformats.org/officeDocument/2006/relationships/slideLayout" Target="/ppt/slideLayouts/slideLayout6.xml" Id="R7553d0e3a85841b9" /><Relationship Type="http://schemas.openxmlformats.org/officeDocument/2006/relationships/slideLayout" Target="/ppt/slideLayouts/slideLayout7.xml" Id="R5cf78a79572f48a7" /><Relationship Type="http://schemas.openxmlformats.org/officeDocument/2006/relationships/slideLayout" Target="/ppt/slideLayouts/slideLayout8.xml" Id="R2e6a1996e7154b5a" /><Relationship Type="http://schemas.openxmlformats.org/officeDocument/2006/relationships/slideLayout" Target="/ppt/slideLayouts/slideLayout9.xml" Id="R1b46cb810ab743d6" /><Relationship Type="http://schemas.openxmlformats.org/officeDocument/2006/relationships/slideLayout" Target="/ppt/slideLayouts/slideLayout10.xml" Id="R0a585c6a436b465b" /><Relationship Type="http://schemas.openxmlformats.org/officeDocument/2006/relationships/slideLayout" Target="/ppt/slideLayouts/slideLayout11.xml" Id="R94e1188b4ec24db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165eba3f5354ffc" /><Relationship Type="http://schemas.openxmlformats.org/officeDocument/2006/relationships/slideLayout" Target="/ppt/slideLayouts/slideLayout12.xml" Id="R8c263364a7854ec6" /><Relationship Type="http://schemas.openxmlformats.org/officeDocument/2006/relationships/slideLayout" Target="/ppt/slideLayouts/slideLayout13.xml" Id="R27f682b91ab94ce1" /><Relationship Type="http://schemas.openxmlformats.org/officeDocument/2006/relationships/slideLayout" Target="/ppt/slideLayouts/slideLayout14.xml" Id="R139cd508c8aa412a" /><Relationship Type="http://schemas.openxmlformats.org/officeDocument/2006/relationships/slideLayout" Target="/ppt/slideLayouts/slideLayout15.xml" Id="R5f699fc20e16401d" /><Relationship Type="http://schemas.openxmlformats.org/officeDocument/2006/relationships/slideLayout" Target="/ppt/slideLayouts/slideLayout16.xml" Id="R4e5ac93852b54e42" /><Relationship Type="http://schemas.openxmlformats.org/officeDocument/2006/relationships/slideLayout" Target="/ppt/slideLayouts/slideLayout17.xml" Id="R26dda9b46f3a4782" /><Relationship Type="http://schemas.openxmlformats.org/officeDocument/2006/relationships/slideLayout" Target="/ppt/slideLayouts/slideLayout18.xml" Id="R3712ac0230354e7f" /><Relationship Type="http://schemas.openxmlformats.org/officeDocument/2006/relationships/slideLayout" Target="/ppt/slideLayouts/slideLayout19.xml" Id="R3d9e0d2552ee4699" /><Relationship Type="http://schemas.openxmlformats.org/officeDocument/2006/relationships/slideLayout" Target="/ppt/slideLayouts/slideLayout20.xml" Id="R5c7754ca2f2f4831" /><Relationship Type="http://schemas.openxmlformats.org/officeDocument/2006/relationships/slideLayout" Target="/ppt/slideLayouts/slideLayout21.xml" Id="R9e331aeb72e2424a" /><Relationship Type="http://schemas.openxmlformats.org/officeDocument/2006/relationships/slideLayout" Target="/ppt/slideLayouts/slideLayout22.xml" Id="R5782d439b6cb4af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bb80477d8384de0" /><Relationship Type="http://schemas.openxmlformats.org/officeDocument/2006/relationships/slideLayout" Target="/ppt/slideLayouts/slideLayout23.xml" Id="Rdacfd5f5007f40e0" /><Relationship Type="http://schemas.openxmlformats.org/officeDocument/2006/relationships/slideLayout" Target="/ppt/slideLayouts/slideLayout24.xml" Id="Rec21479cae1047d0" /><Relationship Type="http://schemas.openxmlformats.org/officeDocument/2006/relationships/slideLayout" Target="/ppt/slideLayouts/slideLayout25.xml" Id="Rb829e8e900e24503" /><Relationship Type="http://schemas.openxmlformats.org/officeDocument/2006/relationships/slideLayout" Target="/ppt/slideLayouts/slideLayout26.xml" Id="Rc489b31c618949ef" /><Relationship Type="http://schemas.openxmlformats.org/officeDocument/2006/relationships/slideLayout" Target="/ppt/slideLayouts/slideLayout27.xml" Id="R10caf6b779894bb4" /><Relationship Type="http://schemas.openxmlformats.org/officeDocument/2006/relationships/slideLayout" Target="/ppt/slideLayouts/slideLayout28.xml" Id="R5882ee0082274e9d" /><Relationship Type="http://schemas.openxmlformats.org/officeDocument/2006/relationships/slideLayout" Target="/ppt/slideLayouts/slideLayout29.xml" Id="Rd411546cf36c4e38" /><Relationship Type="http://schemas.openxmlformats.org/officeDocument/2006/relationships/slideLayout" Target="/ppt/slideLayouts/slideLayout30.xml" Id="R6855ee24060f4c71" /><Relationship Type="http://schemas.openxmlformats.org/officeDocument/2006/relationships/slideLayout" Target="/ppt/slideLayouts/slideLayout31.xml" Id="R5af5e8855a344cea" /><Relationship Type="http://schemas.openxmlformats.org/officeDocument/2006/relationships/slideLayout" Target="/ppt/slideLayouts/slideLayout32.xml" Id="R5605f3beda6b4292" /><Relationship Type="http://schemas.openxmlformats.org/officeDocument/2006/relationships/slideLayout" Target="/ppt/slideLayouts/slideLayout33.xml" Id="R294669f22b4c43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b902dff644103"/>
    <p:sldLayoutId xmlns:r="http://schemas.openxmlformats.org/officeDocument/2006/relationships" id="2147483650" r:id="R8a2e198064434c00"/>
    <p:sldLayoutId xmlns:r="http://schemas.openxmlformats.org/officeDocument/2006/relationships" id="2147483651" r:id="Rf2d664ba6b4b4939"/>
    <p:sldLayoutId xmlns:r="http://schemas.openxmlformats.org/officeDocument/2006/relationships" id="2147483652" r:id="R7ed2aaa768c14b3e"/>
    <p:sldLayoutId xmlns:r="http://schemas.openxmlformats.org/officeDocument/2006/relationships" id="2147483653" r:id="R0eb7b8c15a5241d4"/>
    <p:sldLayoutId xmlns:r="http://schemas.openxmlformats.org/officeDocument/2006/relationships" id="2147483654" r:id="R7553d0e3a85841b9"/>
    <p:sldLayoutId xmlns:r="http://schemas.openxmlformats.org/officeDocument/2006/relationships" id="2147483655" r:id="R5cf78a79572f48a7"/>
    <p:sldLayoutId xmlns:r="http://schemas.openxmlformats.org/officeDocument/2006/relationships" id="2147483656" r:id="R2e6a1996e7154b5a"/>
    <p:sldLayoutId xmlns:r="http://schemas.openxmlformats.org/officeDocument/2006/relationships" id="2147483657" r:id="R1b46cb810ab743d6"/>
    <p:sldLayoutId xmlns:r="http://schemas.openxmlformats.org/officeDocument/2006/relationships" id="2147483658" r:id="R0a585c6a436b465b"/>
    <p:sldLayoutId xmlns:r="http://schemas.openxmlformats.org/officeDocument/2006/relationships" id="2147483659" r:id="R94e1188b4ec24db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c263364a7854ec6"/>
    <p:sldLayoutId xmlns:r="http://schemas.openxmlformats.org/officeDocument/2006/relationships" id="2147483662" r:id="R27f682b91ab94ce1"/>
    <p:sldLayoutId xmlns:r="http://schemas.openxmlformats.org/officeDocument/2006/relationships" id="2147483663" r:id="R139cd508c8aa412a"/>
    <p:sldLayoutId xmlns:r="http://schemas.openxmlformats.org/officeDocument/2006/relationships" id="2147483664" r:id="R5f699fc20e16401d"/>
    <p:sldLayoutId xmlns:r="http://schemas.openxmlformats.org/officeDocument/2006/relationships" id="2147483665" r:id="R4e5ac93852b54e42"/>
    <p:sldLayoutId xmlns:r="http://schemas.openxmlformats.org/officeDocument/2006/relationships" id="2147483666" r:id="R26dda9b46f3a4782"/>
    <p:sldLayoutId xmlns:r="http://schemas.openxmlformats.org/officeDocument/2006/relationships" id="2147483667" r:id="R3712ac0230354e7f"/>
    <p:sldLayoutId xmlns:r="http://schemas.openxmlformats.org/officeDocument/2006/relationships" id="2147483668" r:id="R3d9e0d2552ee4699"/>
    <p:sldLayoutId xmlns:r="http://schemas.openxmlformats.org/officeDocument/2006/relationships" id="2147483669" r:id="R5c7754ca2f2f4831"/>
    <p:sldLayoutId xmlns:r="http://schemas.openxmlformats.org/officeDocument/2006/relationships" id="2147483670" r:id="R9e331aeb72e2424a"/>
    <p:sldLayoutId xmlns:r="http://schemas.openxmlformats.org/officeDocument/2006/relationships" id="2147483671" r:id="R5782d439b6cb4af9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dacfd5f5007f40e0"/>
    <p:sldLayoutId xmlns:r="http://schemas.openxmlformats.org/officeDocument/2006/relationships" id="2147483674" r:id="Rec21479cae1047d0"/>
    <p:sldLayoutId xmlns:r="http://schemas.openxmlformats.org/officeDocument/2006/relationships" id="2147483675" r:id="Rb829e8e900e24503"/>
    <p:sldLayoutId xmlns:r="http://schemas.openxmlformats.org/officeDocument/2006/relationships" id="2147483676" r:id="Rc489b31c618949ef"/>
    <p:sldLayoutId xmlns:r="http://schemas.openxmlformats.org/officeDocument/2006/relationships" id="2147483677" r:id="R10caf6b779894bb4"/>
    <p:sldLayoutId xmlns:r="http://schemas.openxmlformats.org/officeDocument/2006/relationships" id="2147483678" r:id="R5882ee0082274e9d"/>
    <p:sldLayoutId xmlns:r="http://schemas.openxmlformats.org/officeDocument/2006/relationships" id="2147483679" r:id="Rd411546cf36c4e38"/>
    <p:sldLayoutId xmlns:r="http://schemas.openxmlformats.org/officeDocument/2006/relationships" id="2147483680" r:id="R6855ee24060f4c71"/>
    <p:sldLayoutId xmlns:r="http://schemas.openxmlformats.org/officeDocument/2006/relationships" id="2147483681" r:id="R5af5e8855a344cea"/>
    <p:sldLayoutId xmlns:r="http://schemas.openxmlformats.org/officeDocument/2006/relationships" id="2147483682" r:id="R5605f3beda6b4292"/>
    <p:sldLayoutId xmlns:r="http://schemas.openxmlformats.org/officeDocument/2006/relationships" id="2147483683" r:id="R294669f22b4c43f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45d1987cf4236" /><Relationship Type="http://schemas.openxmlformats.org/officeDocument/2006/relationships/image" Target="/ppt/media/image.jpeg" Id="R00f889652f104fd5" /><Relationship Type="http://schemas.openxmlformats.org/officeDocument/2006/relationships/notesSlide" Target="/ppt/notesSlides/notesSlide1.xml" Id="Rd57067cc6bcc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b9bd8e5c42de" /><Relationship Type="http://schemas.openxmlformats.org/officeDocument/2006/relationships/image" Target="/ppt/media/image2.jpeg" Id="R57bfa7ae96034f3c" /><Relationship Type="http://schemas.openxmlformats.org/officeDocument/2006/relationships/notesSlide" Target="/ppt/notesSlides/notesSlide2.xml" Id="R5b5c04c5c04d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fbcc4ef987a40b0" /><Relationship Type="http://schemas.openxmlformats.org/officeDocument/2006/relationships/image" Target="/ppt/media/image2.jpeg" Id="R5491937775fa4d96" /><Relationship Type="http://schemas.openxmlformats.org/officeDocument/2006/relationships/notesSlide" Target="/ppt/notesSlides/notesSlide3.xml" Id="Raf0afe42a73a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31dea198fab4578" /><Relationship Type="http://schemas.openxmlformats.org/officeDocument/2006/relationships/image" Target="/ppt/media/image2.jpeg" Id="Rd43c05b23e594354" /><Relationship Type="http://schemas.openxmlformats.org/officeDocument/2006/relationships/notesSlide" Target="/ppt/notesSlides/notesSlide4.xml" Id="Rded885dbecb2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06c8f193f46e45c5" /><Relationship Type="http://schemas.openxmlformats.org/officeDocument/2006/relationships/notesSlide" Target="/ppt/notesSlides/notesSlide5.xml" Id="R7e09e691c6ff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496df29499445f1" /><Relationship Type="http://schemas.openxmlformats.org/officeDocument/2006/relationships/image" Target="/ppt/media/image2.jpeg" Id="Redba22034d7d47aa" /><Relationship Type="http://schemas.openxmlformats.org/officeDocument/2006/relationships/notesSlide" Target="/ppt/notesSlides/notesSlide6.xml" Id="R68db4fda6dd9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a8e81e0b4879" /><Relationship Type="http://schemas.openxmlformats.org/officeDocument/2006/relationships/image" Target="/ppt/media/image2.jpeg" Id="Rde3059f381e04476" /><Relationship Type="http://schemas.openxmlformats.org/officeDocument/2006/relationships/image" Target="/ppt/media/image.png" Id="R90c2198896104622" /><Relationship Type="http://schemas.openxmlformats.org/officeDocument/2006/relationships/notesSlide" Target="/ppt/notesSlides/notesSlide7.xml" Id="R21af0cc28dcb44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889652f10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fa7ae9603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1937775fa4d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05b23e594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命题研究展示（游戏提案/课题研究）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其中【游戏提案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游戏提案思路逻辑呈现；若有demo，需要安排评委游戏体验环节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a22034d7d47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重点谈1~2个你认为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产出或成果；或1个你负责的比较遗憾或失败的项目；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059f381e04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2198896104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2026-08-13T07:43:29.9860000Z</dcterms:created>
  <dcterms:modified xsi:type="dcterms:W3CDTF">2026-08-13T07:43:29.9860000Z</dcterms:modified>
</coreProperties>
</file>