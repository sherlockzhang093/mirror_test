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7864d40264ba6" /><Relationship Type="http://schemas.openxmlformats.org/officeDocument/2006/relationships/extended-properties" Target="/docProps/app.xml" Id="R160835fde3ad4926" /><Relationship Type="http://schemas.openxmlformats.org/officeDocument/2006/relationships/officeDocument" Target="/ppt/presentation.xml" Id="Ra02b115f2385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43961addf45f0"/>
    <p:sldMasterId xmlns:r="http://schemas.openxmlformats.org/officeDocument/2006/relationships" id="2147483660" r:id="R55426639d1224538"/>
    <p:sldMasterId xmlns:r="http://schemas.openxmlformats.org/officeDocument/2006/relationships" id="2147483672" r:id="Rf7bf2ca8f49b431d"/>
  </p:sldMasterIdLst>
  <p:notesMasterIdLst>
    <p:notesMasterId xmlns:r="http://schemas.openxmlformats.org/officeDocument/2006/relationships" r:id="R85e07611b0544744"/>
  </p:notesMasterIdLst>
  <p:sldIdLst>
    <p:sldId xmlns:r="http://schemas.openxmlformats.org/officeDocument/2006/relationships" id="256" r:id="R28442a1c0cc945e3"/>
    <p:sldId xmlns:r="http://schemas.openxmlformats.org/officeDocument/2006/relationships" id="257" r:id="R08a3816021bf44a1"/>
    <p:sldId xmlns:r="http://schemas.openxmlformats.org/officeDocument/2006/relationships" id="258" r:id="Rbccdf1b989de44cb"/>
    <p:sldId xmlns:r="http://schemas.openxmlformats.org/officeDocument/2006/relationships" id="259" r:id="R994599e16ce94bc6"/>
    <p:sldId xmlns:r="http://schemas.openxmlformats.org/officeDocument/2006/relationships" id="260" r:id="Rf35ae3add2854574"/>
    <p:sldId xmlns:r="http://schemas.openxmlformats.org/officeDocument/2006/relationships" id="261" r:id="R65932af359f04b4f"/>
    <p:sldId xmlns:r="http://schemas.openxmlformats.org/officeDocument/2006/relationships" id="262" r:id="R0b4268578afd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185bc5f1544ec" /><Relationship Type="http://schemas.openxmlformats.org/officeDocument/2006/relationships/slideMaster" Target="/ppt/slideMasters/slideMaster1.xml" Id="R5a843961addf45f0" /><Relationship Type="http://schemas.openxmlformats.org/officeDocument/2006/relationships/slideMaster" Target="/ppt/slideMasters/slideMaster2.xml" Id="R55426639d1224538" /><Relationship Type="http://schemas.openxmlformats.org/officeDocument/2006/relationships/slideMaster" Target="/ppt/slideMasters/slideMaster3.xml" Id="Rf7bf2ca8f49b431d" /><Relationship Type="http://schemas.openxmlformats.org/officeDocument/2006/relationships/notesMaster" Target="/ppt/notesMasters/notesMaster1.xml" Id="R85e07611b0544744" /><Relationship Type="http://schemas.openxmlformats.org/officeDocument/2006/relationships/presProps" Target="/ppt/presProps.xml" Id="Rda90cb4a04f141f4" /><Relationship Type="http://schemas.openxmlformats.org/officeDocument/2006/relationships/viewProps" Target="/ppt/viewProps.xml" Id="R4ad4652d9aac431a" /><Relationship Type="http://schemas.openxmlformats.org/officeDocument/2006/relationships/tableStyles" Target="/ppt/tableStyles.xml" Id="R357a6a24bef94b96" /><Relationship Type="http://schemas.openxmlformats.org/officeDocument/2006/relationships/slide" Target="/ppt/slides/slide1.xml" Id="R28442a1c0cc945e3" /><Relationship Type="http://schemas.openxmlformats.org/officeDocument/2006/relationships/slide" Target="/ppt/slides/slide2.xml" Id="R08a3816021bf44a1" /><Relationship Type="http://schemas.openxmlformats.org/officeDocument/2006/relationships/slide" Target="/ppt/slides/slide3.xml" Id="Rbccdf1b989de44cb" /><Relationship Type="http://schemas.openxmlformats.org/officeDocument/2006/relationships/slide" Target="/ppt/slides/slide4.xml" Id="R994599e16ce94bc6" /><Relationship Type="http://schemas.openxmlformats.org/officeDocument/2006/relationships/slide" Target="/ppt/slides/slide5.xml" Id="Rf35ae3add2854574" /><Relationship Type="http://schemas.openxmlformats.org/officeDocument/2006/relationships/slide" Target="/ppt/slides/slide6.xml" Id="R65932af359f04b4f" /><Relationship Type="http://schemas.openxmlformats.org/officeDocument/2006/relationships/slide" Target="/ppt/slides/slide7.xml" Id="R0b4268578afd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79950f74ef3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a4d8089cc44c8" /><Relationship Type="http://schemas.openxmlformats.org/officeDocument/2006/relationships/notesMaster" Target="/ppt/notesMasters/notesMaster1.xml" Id="R304675339c6846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66f65a03d4fb5" /><Relationship Type="http://schemas.openxmlformats.org/officeDocument/2006/relationships/notesMaster" Target="/ppt/notesMasters/notesMaster1.xml" Id="R080fd7173ec8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d61fd6dbb4f92" /><Relationship Type="http://schemas.openxmlformats.org/officeDocument/2006/relationships/notesMaster" Target="/ppt/notesMasters/notesMaster1.xml" Id="Rcb2a348b3468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c40e1329e4290" /><Relationship Type="http://schemas.openxmlformats.org/officeDocument/2006/relationships/notesMaster" Target="/ppt/notesMasters/notesMaster1.xml" Id="Radc98ac3ba03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3bf09462ea429b" /><Relationship Type="http://schemas.openxmlformats.org/officeDocument/2006/relationships/notesMaster" Target="/ppt/notesMasters/notesMaster1.xml" Id="R4d25fc90c209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a2783af8846cd" /><Relationship Type="http://schemas.openxmlformats.org/officeDocument/2006/relationships/notesMaster" Target="/ppt/notesMasters/notesMaster1.xml" Id="Rc717bef35abf4c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febc63572414f" /><Relationship Type="http://schemas.openxmlformats.org/officeDocument/2006/relationships/notesMaster" Target="/ppt/notesMasters/notesMaster1.xml" Id="Rcbd0ef94a961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32d0e116244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609acb13b4f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b2e0008564a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a95a117944c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59ba70dbf45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bff2e9aa449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26ffefe53c4d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772bddb3242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15420ab4240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9cb2aa5844b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522e2d33c459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1b75cc56a54da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1814fb6434472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edb1bb6be34b2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41738493e24ac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7232bdf8ae479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c2f8b2420244d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e3679b201b474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bd54cd402349c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6620db031543a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a6f6bedace4bc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71b68a088d4f1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46b431eeebd451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817036d707f4f9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d35995777d44e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0bd3fc3ce3248d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261165eb5448f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64cb852976e4772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ab2f5c459d45e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b0f2cd6f7b04f3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edf8a9368e4422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4d332a95548421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12982b20774be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5ac244b29449f" /><Relationship Type="http://schemas.openxmlformats.org/officeDocument/2006/relationships/slideLayout" Target="/ppt/slideLayouts/slideLayout1.xml" Id="R92247647fb154e46" /><Relationship Type="http://schemas.openxmlformats.org/officeDocument/2006/relationships/slideLayout" Target="/ppt/slideLayouts/slideLayout2.xml" Id="Ref23a620fbe44bf6" /><Relationship Type="http://schemas.openxmlformats.org/officeDocument/2006/relationships/slideLayout" Target="/ppt/slideLayouts/slideLayout3.xml" Id="Rf380bb53d2344d08" /><Relationship Type="http://schemas.openxmlformats.org/officeDocument/2006/relationships/slideLayout" Target="/ppt/slideLayouts/slideLayout4.xml" Id="Rbf08234946f74a33" /><Relationship Type="http://schemas.openxmlformats.org/officeDocument/2006/relationships/slideLayout" Target="/ppt/slideLayouts/slideLayout5.xml" Id="R0f3174b384f54d36" /><Relationship Type="http://schemas.openxmlformats.org/officeDocument/2006/relationships/slideLayout" Target="/ppt/slideLayouts/slideLayout6.xml" Id="Rf5cfb64c15ba4d77" /><Relationship Type="http://schemas.openxmlformats.org/officeDocument/2006/relationships/slideLayout" Target="/ppt/slideLayouts/slideLayout7.xml" Id="R13d20215b3eb4864" /><Relationship Type="http://schemas.openxmlformats.org/officeDocument/2006/relationships/slideLayout" Target="/ppt/slideLayouts/slideLayout8.xml" Id="Rdacdc932ed6441ae" /><Relationship Type="http://schemas.openxmlformats.org/officeDocument/2006/relationships/slideLayout" Target="/ppt/slideLayouts/slideLayout9.xml" Id="R397ab5ef45db4848" /><Relationship Type="http://schemas.openxmlformats.org/officeDocument/2006/relationships/slideLayout" Target="/ppt/slideLayouts/slideLayout10.xml" Id="R3079350e0e524816" /><Relationship Type="http://schemas.openxmlformats.org/officeDocument/2006/relationships/slideLayout" Target="/ppt/slideLayouts/slideLayout11.xml" Id="Rfd215789cf994a3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336e0d648ff4d70" /><Relationship Type="http://schemas.openxmlformats.org/officeDocument/2006/relationships/slideLayout" Target="/ppt/slideLayouts/slideLayout12.xml" Id="R37bde563255d4c45" /><Relationship Type="http://schemas.openxmlformats.org/officeDocument/2006/relationships/slideLayout" Target="/ppt/slideLayouts/slideLayout13.xml" Id="Rd9b6e25d5ee04e70" /><Relationship Type="http://schemas.openxmlformats.org/officeDocument/2006/relationships/slideLayout" Target="/ppt/slideLayouts/slideLayout14.xml" Id="Redc6e16e7b5f4708" /><Relationship Type="http://schemas.openxmlformats.org/officeDocument/2006/relationships/slideLayout" Target="/ppt/slideLayouts/slideLayout15.xml" Id="R30309bfa30b24670" /><Relationship Type="http://schemas.openxmlformats.org/officeDocument/2006/relationships/slideLayout" Target="/ppt/slideLayouts/slideLayout16.xml" Id="Rd4b51fc9522c4d70" /><Relationship Type="http://schemas.openxmlformats.org/officeDocument/2006/relationships/slideLayout" Target="/ppt/slideLayouts/slideLayout17.xml" Id="Rbfb7827b011d4006" /><Relationship Type="http://schemas.openxmlformats.org/officeDocument/2006/relationships/slideLayout" Target="/ppt/slideLayouts/slideLayout18.xml" Id="Re51c6ad04f0f46b4" /><Relationship Type="http://schemas.openxmlformats.org/officeDocument/2006/relationships/slideLayout" Target="/ppt/slideLayouts/slideLayout19.xml" Id="Ra487553c01d3422c" /><Relationship Type="http://schemas.openxmlformats.org/officeDocument/2006/relationships/slideLayout" Target="/ppt/slideLayouts/slideLayout20.xml" Id="R3b31d3efcfc94bb3" /><Relationship Type="http://schemas.openxmlformats.org/officeDocument/2006/relationships/slideLayout" Target="/ppt/slideLayouts/slideLayout21.xml" Id="R2d883674b3344f7b" /><Relationship Type="http://schemas.openxmlformats.org/officeDocument/2006/relationships/slideLayout" Target="/ppt/slideLayouts/slideLayout22.xml" Id="R0ae943503ee24ff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a1460299bbb40f7" /><Relationship Type="http://schemas.openxmlformats.org/officeDocument/2006/relationships/slideLayout" Target="/ppt/slideLayouts/slideLayout23.xml" Id="Rde95dc658a164f5e" /><Relationship Type="http://schemas.openxmlformats.org/officeDocument/2006/relationships/slideLayout" Target="/ppt/slideLayouts/slideLayout24.xml" Id="Rddc26acdb0754782" /><Relationship Type="http://schemas.openxmlformats.org/officeDocument/2006/relationships/slideLayout" Target="/ppt/slideLayouts/slideLayout25.xml" Id="Rc1ac0f1bebad485d" /><Relationship Type="http://schemas.openxmlformats.org/officeDocument/2006/relationships/slideLayout" Target="/ppt/slideLayouts/slideLayout26.xml" Id="R6f5a368d11874280" /><Relationship Type="http://schemas.openxmlformats.org/officeDocument/2006/relationships/slideLayout" Target="/ppt/slideLayouts/slideLayout27.xml" Id="Rc3aab6de2892484b" /><Relationship Type="http://schemas.openxmlformats.org/officeDocument/2006/relationships/slideLayout" Target="/ppt/slideLayouts/slideLayout28.xml" Id="Re54b52c2cbf64b33" /><Relationship Type="http://schemas.openxmlformats.org/officeDocument/2006/relationships/slideLayout" Target="/ppt/slideLayouts/slideLayout29.xml" Id="Rf96c33e37010441c" /><Relationship Type="http://schemas.openxmlformats.org/officeDocument/2006/relationships/slideLayout" Target="/ppt/slideLayouts/slideLayout30.xml" Id="R0b670478ef9047ce" /><Relationship Type="http://schemas.openxmlformats.org/officeDocument/2006/relationships/slideLayout" Target="/ppt/slideLayouts/slideLayout31.xml" Id="R2c2fd90014d14bee" /><Relationship Type="http://schemas.openxmlformats.org/officeDocument/2006/relationships/slideLayout" Target="/ppt/slideLayouts/slideLayout32.xml" Id="R3372e3ca5356414f" /><Relationship Type="http://schemas.openxmlformats.org/officeDocument/2006/relationships/slideLayout" Target="/ppt/slideLayouts/slideLayout33.xml" Id="Rae419fe556344f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47647fb154e46"/>
    <p:sldLayoutId xmlns:r="http://schemas.openxmlformats.org/officeDocument/2006/relationships" id="2147483650" r:id="Ref23a620fbe44bf6"/>
    <p:sldLayoutId xmlns:r="http://schemas.openxmlformats.org/officeDocument/2006/relationships" id="2147483651" r:id="Rf380bb53d2344d08"/>
    <p:sldLayoutId xmlns:r="http://schemas.openxmlformats.org/officeDocument/2006/relationships" id="2147483652" r:id="Rbf08234946f74a33"/>
    <p:sldLayoutId xmlns:r="http://schemas.openxmlformats.org/officeDocument/2006/relationships" id="2147483653" r:id="R0f3174b384f54d36"/>
    <p:sldLayoutId xmlns:r="http://schemas.openxmlformats.org/officeDocument/2006/relationships" id="2147483654" r:id="Rf5cfb64c15ba4d77"/>
    <p:sldLayoutId xmlns:r="http://schemas.openxmlformats.org/officeDocument/2006/relationships" id="2147483655" r:id="R13d20215b3eb4864"/>
    <p:sldLayoutId xmlns:r="http://schemas.openxmlformats.org/officeDocument/2006/relationships" id="2147483656" r:id="Rdacdc932ed6441ae"/>
    <p:sldLayoutId xmlns:r="http://schemas.openxmlformats.org/officeDocument/2006/relationships" id="2147483657" r:id="R397ab5ef45db4848"/>
    <p:sldLayoutId xmlns:r="http://schemas.openxmlformats.org/officeDocument/2006/relationships" id="2147483658" r:id="R3079350e0e524816"/>
    <p:sldLayoutId xmlns:r="http://schemas.openxmlformats.org/officeDocument/2006/relationships" id="2147483659" r:id="Rfd215789cf994a3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7bde563255d4c45"/>
    <p:sldLayoutId xmlns:r="http://schemas.openxmlformats.org/officeDocument/2006/relationships" id="2147483662" r:id="Rd9b6e25d5ee04e70"/>
    <p:sldLayoutId xmlns:r="http://schemas.openxmlformats.org/officeDocument/2006/relationships" id="2147483663" r:id="Redc6e16e7b5f4708"/>
    <p:sldLayoutId xmlns:r="http://schemas.openxmlformats.org/officeDocument/2006/relationships" id="2147483664" r:id="R30309bfa30b24670"/>
    <p:sldLayoutId xmlns:r="http://schemas.openxmlformats.org/officeDocument/2006/relationships" id="2147483665" r:id="Rd4b51fc9522c4d70"/>
    <p:sldLayoutId xmlns:r="http://schemas.openxmlformats.org/officeDocument/2006/relationships" id="2147483666" r:id="Rbfb7827b011d4006"/>
    <p:sldLayoutId xmlns:r="http://schemas.openxmlformats.org/officeDocument/2006/relationships" id="2147483667" r:id="Re51c6ad04f0f46b4"/>
    <p:sldLayoutId xmlns:r="http://schemas.openxmlformats.org/officeDocument/2006/relationships" id="2147483668" r:id="Ra487553c01d3422c"/>
    <p:sldLayoutId xmlns:r="http://schemas.openxmlformats.org/officeDocument/2006/relationships" id="2147483669" r:id="R3b31d3efcfc94bb3"/>
    <p:sldLayoutId xmlns:r="http://schemas.openxmlformats.org/officeDocument/2006/relationships" id="2147483670" r:id="R2d883674b3344f7b"/>
    <p:sldLayoutId xmlns:r="http://schemas.openxmlformats.org/officeDocument/2006/relationships" id="2147483671" r:id="R0ae943503ee24ffe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de95dc658a164f5e"/>
    <p:sldLayoutId xmlns:r="http://schemas.openxmlformats.org/officeDocument/2006/relationships" id="2147483674" r:id="Rddc26acdb0754782"/>
    <p:sldLayoutId xmlns:r="http://schemas.openxmlformats.org/officeDocument/2006/relationships" id="2147483675" r:id="Rc1ac0f1bebad485d"/>
    <p:sldLayoutId xmlns:r="http://schemas.openxmlformats.org/officeDocument/2006/relationships" id="2147483676" r:id="R6f5a368d11874280"/>
    <p:sldLayoutId xmlns:r="http://schemas.openxmlformats.org/officeDocument/2006/relationships" id="2147483677" r:id="Rc3aab6de2892484b"/>
    <p:sldLayoutId xmlns:r="http://schemas.openxmlformats.org/officeDocument/2006/relationships" id="2147483678" r:id="Re54b52c2cbf64b33"/>
    <p:sldLayoutId xmlns:r="http://schemas.openxmlformats.org/officeDocument/2006/relationships" id="2147483679" r:id="Rf96c33e37010441c"/>
    <p:sldLayoutId xmlns:r="http://schemas.openxmlformats.org/officeDocument/2006/relationships" id="2147483680" r:id="R0b670478ef9047ce"/>
    <p:sldLayoutId xmlns:r="http://schemas.openxmlformats.org/officeDocument/2006/relationships" id="2147483681" r:id="R2c2fd90014d14bee"/>
    <p:sldLayoutId xmlns:r="http://schemas.openxmlformats.org/officeDocument/2006/relationships" id="2147483682" r:id="R3372e3ca5356414f"/>
    <p:sldLayoutId xmlns:r="http://schemas.openxmlformats.org/officeDocument/2006/relationships" id="2147483683" r:id="Rae419fe556344f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caf100f184706" /><Relationship Type="http://schemas.openxmlformats.org/officeDocument/2006/relationships/image" Target="/ppt/media/image.jpeg" Id="R78cfe00ad8bd4351" /><Relationship Type="http://schemas.openxmlformats.org/officeDocument/2006/relationships/notesSlide" Target="/ppt/notesSlides/notesSlide1.xml" Id="Rd099919e256e43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da7102ea14b13" /><Relationship Type="http://schemas.openxmlformats.org/officeDocument/2006/relationships/image" Target="/ppt/media/image2.jpeg" Id="Rcd209601d4b74b5d" /><Relationship Type="http://schemas.openxmlformats.org/officeDocument/2006/relationships/notesSlide" Target="/ppt/notesSlides/notesSlide2.xml" Id="R492ca88aa968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d4ce9072dc2467e" /><Relationship Type="http://schemas.openxmlformats.org/officeDocument/2006/relationships/image" Target="/ppt/media/image2.jpeg" Id="R96b54f11716e4f61" /><Relationship Type="http://schemas.openxmlformats.org/officeDocument/2006/relationships/notesSlide" Target="/ppt/notesSlides/notesSlide3.xml" Id="Rd65ebea0e72c48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69c0b49ea684d35" /><Relationship Type="http://schemas.openxmlformats.org/officeDocument/2006/relationships/image" Target="/ppt/media/image2.jpeg" Id="R955dbf15161343ff" /><Relationship Type="http://schemas.openxmlformats.org/officeDocument/2006/relationships/notesSlide" Target="/ppt/notesSlides/notesSlide4.xml" Id="Re2c9b5eddc0c42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41d426843eb465e" /><Relationship Type="http://schemas.openxmlformats.org/officeDocument/2006/relationships/notesSlide" Target="/ppt/notesSlides/notesSlide5.xml" Id="R84f9d15715b64d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2dee7a1c6b44f24" /><Relationship Type="http://schemas.openxmlformats.org/officeDocument/2006/relationships/image" Target="/ppt/media/image2.jpeg" Id="Rb9a6389f36fc47b4" /><Relationship Type="http://schemas.openxmlformats.org/officeDocument/2006/relationships/notesSlide" Target="/ppt/notesSlides/notesSlide6.xml" Id="Ra04a2430f9bf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f12a574d24e82" /><Relationship Type="http://schemas.openxmlformats.org/officeDocument/2006/relationships/image" Target="/ppt/media/image2.jpeg" Id="Reb2812f03a974a69" /><Relationship Type="http://schemas.openxmlformats.org/officeDocument/2006/relationships/image" Target="/ppt/media/image.png" Id="Rdfce2859148c4782" /><Relationship Type="http://schemas.openxmlformats.org/officeDocument/2006/relationships/notesSlide" Target="/ppt/notesSlides/notesSlide7.xml" Id="Rd576d45546df44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fe00ad8bd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09601d4b74b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54f11716e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dbf151613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6389f36fc47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重点谈1~2个你认为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产出或成果；或1个你负责的比较遗憾或失败的项目；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812f03a974a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e2859148c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2026-08-13T07:48:39.1080000Z</dcterms:created>
  <dcterms:modified xsi:type="dcterms:W3CDTF">2026-08-13T07:48:39.1080000Z</dcterms:modified>
</coreProperties>
</file>