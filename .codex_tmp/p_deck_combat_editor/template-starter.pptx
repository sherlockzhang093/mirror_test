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566f9baca409a" /><Relationship Type="http://schemas.openxmlformats.org/officeDocument/2006/relationships/extended-properties" Target="/docProps/app.xml" Id="R2d7be21733c040a0" /><Relationship Type="http://schemas.openxmlformats.org/officeDocument/2006/relationships/officeDocument" Target="/ppt/presentation.xml" Id="R8c11985cdc7a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a3b29362e461a"/>
    <p:sldMasterId xmlns:r="http://schemas.openxmlformats.org/officeDocument/2006/relationships" id="2147483660" r:id="R71e0fc4b2a3b4d30"/>
    <p:sldMasterId xmlns:r="http://schemas.openxmlformats.org/officeDocument/2006/relationships" id="2147483672" r:id="Rc28724bc11d34415"/>
  </p:sldMasterIdLst>
  <p:notesMasterIdLst>
    <p:notesMasterId xmlns:r="http://schemas.openxmlformats.org/officeDocument/2006/relationships" r:id="R4312ddeb2a78421a"/>
  </p:notesMasterIdLst>
  <p:sldIdLst>
    <p:sldId xmlns:r="http://schemas.openxmlformats.org/officeDocument/2006/relationships" id="256" r:id="Rfc5a6084920443e6"/>
    <p:sldId xmlns:r="http://schemas.openxmlformats.org/officeDocument/2006/relationships" id="257" r:id="R33cc7bc5b42446f3"/>
    <p:sldId xmlns:r="http://schemas.openxmlformats.org/officeDocument/2006/relationships" id="258" r:id="R2d10caf236f24d27"/>
    <p:sldId xmlns:r="http://schemas.openxmlformats.org/officeDocument/2006/relationships" id="259" r:id="R1d839753b0764ddd"/>
    <p:sldId xmlns:r="http://schemas.openxmlformats.org/officeDocument/2006/relationships" id="260" r:id="R0b61d29757bf467c"/>
    <p:sldId xmlns:r="http://schemas.openxmlformats.org/officeDocument/2006/relationships" id="261" r:id="R0dd1f13ee64444ec"/>
    <p:sldId xmlns:r="http://schemas.openxmlformats.org/officeDocument/2006/relationships" id="262" r:id="R9ad7c9cd14ef40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39362ba22345ee" /><Relationship Type="http://schemas.openxmlformats.org/officeDocument/2006/relationships/slideMaster" Target="/ppt/slideMasters/slideMaster1.xml" Id="Re9fa3b29362e461a" /><Relationship Type="http://schemas.openxmlformats.org/officeDocument/2006/relationships/slideMaster" Target="/ppt/slideMasters/slideMaster2.xml" Id="R71e0fc4b2a3b4d30" /><Relationship Type="http://schemas.openxmlformats.org/officeDocument/2006/relationships/slideMaster" Target="/ppt/slideMasters/slideMaster3.xml" Id="Rc28724bc11d34415" /><Relationship Type="http://schemas.openxmlformats.org/officeDocument/2006/relationships/notesMaster" Target="/ppt/notesMasters/notesMaster1.xml" Id="R4312ddeb2a78421a" /><Relationship Type="http://schemas.openxmlformats.org/officeDocument/2006/relationships/presProps" Target="/ppt/presProps.xml" Id="R15c4e3ecc6854ad8" /><Relationship Type="http://schemas.openxmlformats.org/officeDocument/2006/relationships/viewProps" Target="/ppt/viewProps.xml" Id="R862f392e47314b29" /><Relationship Type="http://schemas.openxmlformats.org/officeDocument/2006/relationships/tableStyles" Target="/ppt/tableStyles.xml" Id="Rc757912d5abf44ea" /><Relationship Type="http://schemas.openxmlformats.org/officeDocument/2006/relationships/slide" Target="/ppt/slides/slide1.xml" Id="Rfc5a6084920443e6" /><Relationship Type="http://schemas.openxmlformats.org/officeDocument/2006/relationships/slide" Target="/ppt/slides/slide2.xml" Id="R33cc7bc5b42446f3" /><Relationship Type="http://schemas.openxmlformats.org/officeDocument/2006/relationships/slide" Target="/ppt/slides/slide3.xml" Id="R2d10caf236f24d27" /><Relationship Type="http://schemas.openxmlformats.org/officeDocument/2006/relationships/slide" Target="/ppt/slides/slide4.xml" Id="R1d839753b0764ddd" /><Relationship Type="http://schemas.openxmlformats.org/officeDocument/2006/relationships/slide" Target="/ppt/slides/slide5.xml" Id="R0b61d29757bf467c" /><Relationship Type="http://schemas.openxmlformats.org/officeDocument/2006/relationships/slide" Target="/ppt/slides/slide6.xml" Id="R0dd1f13ee64444ec" /><Relationship Type="http://schemas.openxmlformats.org/officeDocument/2006/relationships/slide" Target="/ppt/slides/slide7.xml" Id="R9ad7c9cd14ef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edcd59ab8cc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837c943c9b4d10" /><Relationship Type="http://schemas.openxmlformats.org/officeDocument/2006/relationships/notesMaster" Target="/ppt/notesMasters/notesMaster1.xml" Id="R46c859a86f3e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7725ab1d74d4f" /><Relationship Type="http://schemas.openxmlformats.org/officeDocument/2006/relationships/notesMaster" Target="/ppt/notesMasters/notesMaster1.xml" Id="R68c16044c2ea4a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f8ef728c849eb" /><Relationship Type="http://schemas.openxmlformats.org/officeDocument/2006/relationships/notesMaster" Target="/ppt/notesMasters/notesMaster1.xml" Id="R686dac0fbe3749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3d83275b1a4bab" /><Relationship Type="http://schemas.openxmlformats.org/officeDocument/2006/relationships/notesMaster" Target="/ppt/notesMasters/notesMaster1.xml" Id="Radfd4047ee224d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e621c621f456d" /><Relationship Type="http://schemas.openxmlformats.org/officeDocument/2006/relationships/notesMaster" Target="/ppt/notesMasters/notesMaster1.xml" Id="Rdeb2f126581f4f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24db36471e4da0" /><Relationship Type="http://schemas.openxmlformats.org/officeDocument/2006/relationships/notesMaster" Target="/ppt/notesMasters/notesMaster1.xml" Id="R15a72b51207f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e7b7af5b314d6d" /><Relationship Type="http://schemas.openxmlformats.org/officeDocument/2006/relationships/notesMaster" Target="/ppt/notesMasters/notesMaster1.xml" Id="R26e563b06671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Docs/Design/镜前准备工具卡机制_PRD.md</a:t>
            </a:r>
            <a:endParaRPr/>
          </a:p>
          <a:p xmlns:a="http://schemas.openxmlformats.org/drawingml/2006/main">
            <a:r>
              <a:t>- Docs/README.md</a:t>
            </a:r>
            <a:endParaRPr/>
          </a:p>
          <a:p xmlns:a="http://schemas.openxmlformats.org/drawingml/2006/main">
            <a:r>
              <a:t>- Docs/Project/MirrorTrial_AI_Outline.md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- C:/Users/zharkzhang/.codex/skills/build-skeleton-consistent-pixel-animation/SKILL.md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Docs/Design/镜前准备工具卡机制_PRD.md</a:t>
            </a:r>
            <a:endParaRPr/>
          </a:p>
          <a:p xmlns:a="http://schemas.openxmlformats.org/drawingml/2006/main">
            <a:r>
              <a:t>- Docs/README.md</a:t>
            </a:r>
            <a:endParaRPr/>
          </a:p>
          <a:p xmlns:a="http://schemas.openxmlformats.org/drawingml/2006/main">
            <a:r>
              <a:t>- Docs/Project/MirrorTrial_AI_Outline.md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- C:/Users/zharkzhang/.codex/skills/build-skeleton-consistent-pixel-animation/SKILL.md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a9ca4106740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335846c7342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63b0525e349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ccc1a7df643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c236f6d1047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06231d75343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df1f8c632499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3fa424ba44f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eed5031d2483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b343edf9549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4a1d41c93488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02d46f17b047c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ecb8db19d3459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8c678745d4401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bad7d09b4940d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33d6359ded4be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269c9aa75545a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811b80e00141b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df6a842aed48d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b4d74fc78b423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02ccb335ca490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f88feea565401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c640952f0b6401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472003d35d940d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4cfd9fea4c495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ebddb8661584ab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d037287e32464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beab2f41e1b42a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37d10ee6b1447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637bfd13104416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8d37caa8856452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f5bb0f237c84f2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3280785094c401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3c69d62dc478b" /><Relationship Type="http://schemas.openxmlformats.org/officeDocument/2006/relationships/slideLayout" Target="/ppt/slideLayouts/slideLayout1.xml" Id="R38fc69aa69e547a0" /><Relationship Type="http://schemas.openxmlformats.org/officeDocument/2006/relationships/slideLayout" Target="/ppt/slideLayouts/slideLayout2.xml" Id="Rb348f7195ee04247" /><Relationship Type="http://schemas.openxmlformats.org/officeDocument/2006/relationships/slideLayout" Target="/ppt/slideLayouts/slideLayout3.xml" Id="R6dda72fc736c4a1d" /><Relationship Type="http://schemas.openxmlformats.org/officeDocument/2006/relationships/slideLayout" Target="/ppt/slideLayouts/slideLayout4.xml" Id="R3fa66cfe6a6f4fa6" /><Relationship Type="http://schemas.openxmlformats.org/officeDocument/2006/relationships/slideLayout" Target="/ppt/slideLayouts/slideLayout5.xml" Id="Rd4b3d96825224e76" /><Relationship Type="http://schemas.openxmlformats.org/officeDocument/2006/relationships/slideLayout" Target="/ppt/slideLayouts/slideLayout6.xml" Id="Ra0501b782f98468a" /><Relationship Type="http://schemas.openxmlformats.org/officeDocument/2006/relationships/slideLayout" Target="/ppt/slideLayouts/slideLayout7.xml" Id="R09670131076043cc" /><Relationship Type="http://schemas.openxmlformats.org/officeDocument/2006/relationships/slideLayout" Target="/ppt/slideLayouts/slideLayout8.xml" Id="R51cb87b629444f95" /><Relationship Type="http://schemas.openxmlformats.org/officeDocument/2006/relationships/slideLayout" Target="/ppt/slideLayouts/slideLayout9.xml" Id="Rcd756718e7df4cfc" /><Relationship Type="http://schemas.openxmlformats.org/officeDocument/2006/relationships/slideLayout" Target="/ppt/slideLayouts/slideLayout10.xml" Id="R5289a9286b494e33" /><Relationship Type="http://schemas.openxmlformats.org/officeDocument/2006/relationships/slideLayout" Target="/ppt/slideLayouts/slideLayout11.xml" Id="Rc7eb61218d5f433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e3072747de84506" /><Relationship Type="http://schemas.openxmlformats.org/officeDocument/2006/relationships/slideLayout" Target="/ppt/slideLayouts/slideLayout12.xml" Id="R558167c28f954e4d" /><Relationship Type="http://schemas.openxmlformats.org/officeDocument/2006/relationships/slideLayout" Target="/ppt/slideLayouts/slideLayout13.xml" Id="Rcbf4aaee95f44f84" /><Relationship Type="http://schemas.openxmlformats.org/officeDocument/2006/relationships/slideLayout" Target="/ppt/slideLayouts/slideLayout14.xml" Id="Rc6ed9aff32d54d7b" /><Relationship Type="http://schemas.openxmlformats.org/officeDocument/2006/relationships/slideLayout" Target="/ppt/slideLayouts/slideLayout15.xml" Id="Rd6c3f6609de04dbf" /><Relationship Type="http://schemas.openxmlformats.org/officeDocument/2006/relationships/slideLayout" Target="/ppt/slideLayouts/slideLayout16.xml" Id="R132210469d064bf5" /><Relationship Type="http://schemas.openxmlformats.org/officeDocument/2006/relationships/slideLayout" Target="/ppt/slideLayouts/slideLayout17.xml" Id="R95169b1574124a65" /><Relationship Type="http://schemas.openxmlformats.org/officeDocument/2006/relationships/slideLayout" Target="/ppt/slideLayouts/slideLayout18.xml" Id="Raa0c038bb1e14b65" /><Relationship Type="http://schemas.openxmlformats.org/officeDocument/2006/relationships/slideLayout" Target="/ppt/slideLayouts/slideLayout19.xml" Id="R815270e1539842b0" /><Relationship Type="http://schemas.openxmlformats.org/officeDocument/2006/relationships/slideLayout" Target="/ppt/slideLayouts/slideLayout20.xml" Id="Re1a5db4f4edb4067" /><Relationship Type="http://schemas.openxmlformats.org/officeDocument/2006/relationships/slideLayout" Target="/ppt/slideLayouts/slideLayout21.xml" Id="R5c24a889e28d4d2d" /><Relationship Type="http://schemas.openxmlformats.org/officeDocument/2006/relationships/slideLayout" Target="/ppt/slideLayouts/slideLayout22.xml" Id="Rc815ee3eb0e54f5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1a3cbdc84204b8d" /><Relationship Type="http://schemas.openxmlformats.org/officeDocument/2006/relationships/slideLayout" Target="/ppt/slideLayouts/slideLayout23.xml" Id="R64db4f29e1054ec7" /><Relationship Type="http://schemas.openxmlformats.org/officeDocument/2006/relationships/slideLayout" Target="/ppt/slideLayouts/slideLayout24.xml" Id="R46d20f736e4b4da8" /><Relationship Type="http://schemas.openxmlformats.org/officeDocument/2006/relationships/slideLayout" Target="/ppt/slideLayouts/slideLayout25.xml" Id="Rda1e6c2503d84bd8" /><Relationship Type="http://schemas.openxmlformats.org/officeDocument/2006/relationships/slideLayout" Target="/ppt/slideLayouts/slideLayout26.xml" Id="R4b41631cc9d34d71" /><Relationship Type="http://schemas.openxmlformats.org/officeDocument/2006/relationships/slideLayout" Target="/ppt/slideLayouts/slideLayout27.xml" Id="R1f47dece8ad44dea" /><Relationship Type="http://schemas.openxmlformats.org/officeDocument/2006/relationships/slideLayout" Target="/ppt/slideLayouts/slideLayout28.xml" Id="Rc4c17d3e7c5546a5" /><Relationship Type="http://schemas.openxmlformats.org/officeDocument/2006/relationships/slideLayout" Target="/ppt/slideLayouts/slideLayout29.xml" Id="Ra3615a606dfc49ba" /><Relationship Type="http://schemas.openxmlformats.org/officeDocument/2006/relationships/slideLayout" Target="/ppt/slideLayouts/slideLayout30.xml" Id="R6535d3c3c4174999" /><Relationship Type="http://schemas.openxmlformats.org/officeDocument/2006/relationships/slideLayout" Target="/ppt/slideLayouts/slideLayout31.xml" Id="R31cbf0a7c9964e13" /><Relationship Type="http://schemas.openxmlformats.org/officeDocument/2006/relationships/slideLayout" Target="/ppt/slideLayouts/slideLayout32.xml" Id="R3346297c95414b1b" /><Relationship Type="http://schemas.openxmlformats.org/officeDocument/2006/relationships/slideLayout" Target="/ppt/slideLayouts/slideLayout33.xml" Id="R2acd988320384b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c69aa69e547a0"/>
    <p:sldLayoutId xmlns:r="http://schemas.openxmlformats.org/officeDocument/2006/relationships" id="2147483650" r:id="Rb348f7195ee04247"/>
    <p:sldLayoutId xmlns:r="http://schemas.openxmlformats.org/officeDocument/2006/relationships" id="2147483651" r:id="R6dda72fc736c4a1d"/>
    <p:sldLayoutId xmlns:r="http://schemas.openxmlformats.org/officeDocument/2006/relationships" id="2147483652" r:id="R3fa66cfe6a6f4fa6"/>
    <p:sldLayoutId xmlns:r="http://schemas.openxmlformats.org/officeDocument/2006/relationships" id="2147483653" r:id="Rd4b3d96825224e76"/>
    <p:sldLayoutId xmlns:r="http://schemas.openxmlformats.org/officeDocument/2006/relationships" id="2147483654" r:id="Ra0501b782f98468a"/>
    <p:sldLayoutId xmlns:r="http://schemas.openxmlformats.org/officeDocument/2006/relationships" id="2147483655" r:id="R09670131076043cc"/>
    <p:sldLayoutId xmlns:r="http://schemas.openxmlformats.org/officeDocument/2006/relationships" id="2147483656" r:id="R51cb87b629444f95"/>
    <p:sldLayoutId xmlns:r="http://schemas.openxmlformats.org/officeDocument/2006/relationships" id="2147483657" r:id="Rcd756718e7df4cfc"/>
    <p:sldLayoutId xmlns:r="http://schemas.openxmlformats.org/officeDocument/2006/relationships" id="2147483658" r:id="R5289a9286b494e33"/>
    <p:sldLayoutId xmlns:r="http://schemas.openxmlformats.org/officeDocument/2006/relationships" id="2147483659" r:id="Rc7eb61218d5f433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58167c28f954e4d"/>
    <p:sldLayoutId xmlns:r="http://schemas.openxmlformats.org/officeDocument/2006/relationships" id="2147483662" r:id="Rcbf4aaee95f44f84"/>
    <p:sldLayoutId xmlns:r="http://schemas.openxmlformats.org/officeDocument/2006/relationships" id="2147483663" r:id="Rc6ed9aff32d54d7b"/>
    <p:sldLayoutId xmlns:r="http://schemas.openxmlformats.org/officeDocument/2006/relationships" id="2147483664" r:id="Rd6c3f6609de04dbf"/>
    <p:sldLayoutId xmlns:r="http://schemas.openxmlformats.org/officeDocument/2006/relationships" id="2147483665" r:id="R132210469d064bf5"/>
    <p:sldLayoutId xmlns:r="http://schemas.openxmlformats.org/officeDocument/2006/relationships" id="2147483666" r:id="R95169b1574124a65"/>
    <p:sldLayoutId xmlns:r="http://schemas.openxmlformats.org/officeDocument/2006/relationships" id="2147483667" r:id="Raa0c038bb1e14b65"/>
    <p:sldLayoutId xmlns:r="http://schemas.openxmlformats.org/officeDocument/2006/relationships" id="2147483668" r:id="R815270e1539842b0"/>
    <p:sldLayoutId xmlns:r="http://schemas.openxmlformats.org/officeDocument/2006/relationships" id="2147483669" r:id="Re1a5db4f4edb4067"/>
    <p:sldLayoutId xmlns:r="http://schemas.openxmlformats.org/officeDocument/2006/relationships" id="2147483670" r:id="R5c24a889e28d4d2d"/>
    <p:sldLayoutId xmlns:r="http://schemas.openxmlformats.org/officeDocument/2006/relationships" id="2147483671" r:id="Rc815ee3eb0e54f5c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64db4f29e1054ec7"/>
    <p:sldLayoutId xmlns:r="http://schemas.openxmlformats.org/officeDocument/2006/relationships" id="2147483674" r:id="R46d20f736e4b4da8"/>
    <p:sldLayoutId xmlns:r="http://schemas.openxmlformats.org/officeDocument/2006/relationships" id="2147483675" r:id="Rda1e6c2503d84bd8"/>
    <p:sldLayoutId xmlns:r="http://schemas.openxmlformats.org/officeDocument/2006/relationships" id="2147483676" r:id="R4b41631cc9d34d71"/>
    <p:sldLayoutId xmlns:r="http://schemas.openxmlformats.org/officeDocument/2006/relationships" id="2147483677" r:id="R1f47dece8ad44dea"/>
    <p:sldLayoutId xmlns:r="http://schemas.openxmlformats.org/officeDocument/2006/relationships" id="2147483678" r:id="Rc4c17d3e7c5546a5"/>
    <p:sldLayoutId xmlns:r="http://schemas.openxmlformats.org/officeDocument/2006/relationships" id="2147483679" r:id="Ra3615a606dfc49ba"/>
    <p:sldLayoutId xmlns:r="http://schemas.openxmlformats.org/officeDocument/2006/relationships" id="2147483680" r:id="R6535d3c3c4174999"/>
    <p:sldLayoutId xmlns:r="http://schemas.openxmlformats.org/officeDocument/2006/relationships" id="2147483681" r:id="R31cbf0a7c9964e13"/>
    <p:sldLayoutId xmlns:r="http://schemas.openxmlformats.org/officeDocument/2006/relationships" id="2147483682" r:id="R3346297c95414b1b"/>
    <p:sldLayoutId xmlns:r="http://schemas.openxmlformats.org/officeDocument/2006/relationships" id="2147483683" r:id="R2acd988320384b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12b2cae8f45c4" /><Relationship Type="http://schemas.openxmlformats.org/officeDocument/2006/relationships/image" Target="/ppt/media/image.jpeg" Id="R5292f6a76d5347de" /><Relationship Type="http://schemas.openxmlformats.org/officeDocument/2006/relationships/notesSlide" Target="/ppt/notesSlides/notesSlide1.xml" Id="R485fdebd910c41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85e497ca54af1" /><Relationship Type="http://schemas.openxmlformats.org/officeDocument/2006/relationships/image" Target="/ppt/media/image2.jpeg" Id="R7a2db32749294b19" /><Relationship Type="http://schemas.openxmlformats.org/officeDocument/2006/relationships/notesSlide" Target="/ppt/notesSlides/notesSlide2.xml" Id="R35abf902e13b48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ac5cb39e59f471e" /><Relationship Type="http://schemas.openxmlformats.org/officeDocument/2006/relationships/image" Target="/ppt/media/image2.jpeg" Id="R1903f565c5544b27" /><Relationship Type="http://schemas.openxmlformats.org/officeDocument/2006/relationships/notesSlide" Target="/ppt/notesSlides/notesSlide3.xml" Id="R137a10468d8d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f8d97752f794e58" /><Relationship Type="http://schemas.openxmlformats.org/officeDocument/2006/relationships/image" Target="/ppt/media/image2.jpeg" Id="Rd3c6b9890e714514" /><Relationship Type="http://schemas.openxmlformats.org/officeDocument/2006/relationships/notesSlide" Target="/ppt/notesSlides/notesSlide4.xml" Id="R3cb4acaf46a34e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c4719d5982740e0" /><Relationship Type="http://schemas.openxmlformats.org/officeDocument/2006/relationships/image" Target="/ppt/media/image2.jpeg" Id="Rb40cf9d6fa6c4566" /><Relationship Type="http://schemas.openxmlformats.org/officeDocument/2006/relationships/notesSlide" Target="/ppt/notesSlides/notesSlide5.xml" Id="Rd809f15927e94d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8fedd5f62cd404d" /><Relationship Type="http://schemas.openxmlformats.org/officeDocument/2006/relationships/image" Target="/ppt/media/image2.jpeg" Id="R543fe0e3a1834b3b" /><Relationship Type="http://schemas.openxmlformats.org/officeDocument/2006/relationships/notesSlide" Target="/ppt/notesSlides/notesSlide6.xml" Id="Rd805d5a1f8d84e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8c5fbf35d4e34" /><Relationship Type="http://schemas.openxmlformats.org/officeDocument/2006/relationships/image" Target="/ppt/media/image2.jpeg" Id="R9b653389f34b4547" /><Relationship Type="http://schemas.openxmlformats.org/officeDocument/2006/relationships/image" Target="/ppt/media/image.png" Id="R8478f775a72e4e51" /><Relationship Type="http://schemas.openxmlformats.org/officeDocument/2006/relationships/notesSlide" Target="/ppt/notesSlides/notesSlide7.xml" Id="R7f4e4e6998f14a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2f6a76d53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db32749294b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3f565c5544b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6b9890e71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cf9d6fa6c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【看得懂】AI 可执行的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fe0e3a183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【看得懂】AI 可执行的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53389f34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8f775a72e4e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2026-08-14T03:14:59.5070000Z</dcterms:created>
  <dcterms:modified xsi:type="dcterms:W3CDTF">2026-08-14T03:14:59.5070000Z</dcterms:modified>
</coreProperties>
</file>