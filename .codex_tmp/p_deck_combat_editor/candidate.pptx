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700e8fcb324acd" /><Relationship Type="http://schemas.openxmlformats.org/officeDocument/2006/relationships/extended-properties" Target="/docProps/app.xml" Id="R5bec4666dce74e46" /><Relationship Type="http://schemas.openxmlformats.org/officeDocument/2006/relationships/officeDocument" Target="/ppt/presentation.xml" Id="R78676e992f3542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8557031e94048"/>
    <p:sldMasterId xmlns:r="http://schemas.openxmlformats.org/officeDocument/2006/relationships" id="2147483660" r:id="R921642cb076846e8"/>
    <p:sldMasterId xmlns:r="http://schemas.openxmlformats.org/officeDocument/2006/relationships" id="2147483672" r:id="Ra1d763883eac4809"/>
  </p:sldMasterIdLst>
  <p:notesMasterIdLst>
    <p:notesMasterId xmlns:r="http://schemas.openxmlformats.org/officeDocument/2006/relationships" r:id="R840fee9675e24a03"/>
  </p:notesMasterIdLst>
  <p:sldIdLst>
    <p:sldId xmlns:r="http://schemas.openxmlformats.org/officeDocument/2006/relationships" id="256" r:id="Rb5b102c59a344c7a"/>
    <p:sldId xmlns:r="http://schemas.openxmlformats.org/officeDocument/2006/relationships" id="257" r:id="R208ed8bfb3474116"/>
    <p:sldId xmlns:r="http://schemas.openxmlformats.org/officeDocument/2006/relationships" id="258" r:id="R43bf558a82e64e7a"/>
    <p:sldId xmlns:r="http://schemas.openxmlformats.org/officeDocument/2006/relationships" id="259" r:id="R4de56fd9d91541ea"/>
    <p:sldId xmlns:r="http://schemas.openxmlformats.org/officeDocument/2006/relationships" id="260" r:id="Rc4e8528adfa54a22"/>
    <p:sldId xmlns:r="http://schemas.openxmlformats.org/officeDocument/2006/relationships" id="261" r:id="R90bb02fbe6564c6f"/>
    <p:sldId xmlns:r="http://schemas.openxmlformats.org/officeDocument/2006/relationships" id="262" r:id="R5eee057fb7bd4a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3ff50cbc634307" /><Relationship Type="http://schemas.openxmlformats.org/officeDocument/2006/relationships/slideMaster" Target="/ppt/slideMasters/slideMaster1.xml" Id="R0938557031e94048" /><Relationship Type="http://schemas.openxmlformats.org/officeDocument/2006/relationships/slideMaster" Target="/ppt/slideMasters/slideMaster2.xml" Id="R921642cb076846e8" /><Relationship Type="http://schemas.openxmlformats.org/officeDocument/2006/relationships/slideMaster" Target="/ppt/slideMasters/slideMaster3.xml" Id="Ra1d763883eac4809" /><Relationship Type="http://schemas.openxmlformats.org/officeDocument/2006/relationships/notesMaster" Target="/ppt/notesMasters/notesMaster1.xml" Id="R840fee9675e24a03" /><Relationship Type="http://schemas.openxmlformats.org/officeDocument/2006/relationships/presProps" Target="/ppt/presProps.xml" Id="R66f7cbf3db744137" /><Relationship Type="http://schemas.openxmlformats.org/officeDocument/2006/relationships/viewProps" Target="/ppt/viewProps.xml" Id="R59bd5c2b0cdd4730" /><Relationship Type="http://schemas.openxmlformats.org/officeDocument/2006/relationships/tableStyles" Target="/ppt/tableStyles.xml" Id="R7f478d3a8bf34151" /><Relationship Type="http://schemas.openxmlformats.org/officeDocument/2006/relationships/slide" Target="/ppt/slides/slide1.xml" Id="Rb5b102c59a344c7a" /><Relationship Type="http://schemas.openxmlformats.org/officeDocument/2006/relationships/slide" Target="/ppt/slides/slide2.xml" Id="R208ed8bfb3474116" /><Relationship Type="http://schemas.openxmlformats.org/officeDocument/2006/relationships/slide" Target="/ppt/slides/slide3.xml" Id="R43bf558a82e64e7a" /><Relationship Type="http://schemas.openxmlformats.org/officeDocument/2006/relationships/slide" Target="/ppt/slides/slide4.xml" Id="R4de56fd9d91541ea" /><Relationship Type="http://schemas.openxmlformats.org/officeDocument/2006/relationships/slide" Target="/ppt/slides/slide5.xml" Id="Rc4e8528adfa54a22" /><Relationship Type="http://schemas.openxmlformats.org/officeDocument/2006/relationships/slide" Target="/ppt/slides/slide6.xml" Id="R90bb02fbe6564c6f" /><Relationship Type="http://schemas.openxmlformats.org/officeDocument/2006/relationships/slide" Target="/ppt/slides/slide7.xml" Id="R5eee057fb7bd4a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dec01d10eea4e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73f048a53b4951" /><Relationship Type="http://schemas.openxmlformats.org/officeDocument/2006/relationships/notesMaster" Target="/ppt/notesMasters/notesMaster1.xml" Id="R765454b0a17644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9cdcca527b4ba4" /><Relationship Type="http://schemas.openxmlformats.org/officeDocument/2006/relationships/notesMaster" Target="/ppt/notesMasters/notesMaster1.xml" Id="R8a723eecdadd42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6030f87b314263" /><Relationship Type="http://schemas.openxmlformats.org/officeDocument/2006/relationships/notesMaster" Target="/ppt/notesMasters/notesMaster1.xml" Id="Rb39340ee4e2648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186ce94c844ad1" /><Relationship Type="http://schemas.openxmlformats.org/officeDocument/2006/relationships/notesMaster" Target="/ppt/notesMasters/notesMaster1.xml" Id="R5063494fa65e48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4658b2af114388" /><Relationship Type="http://schemas.openxmlformats.org/officeDocument/2006/relationships/notesMaster" Target="/ppt/notesMasters/notesMaster1.xml" Id="R8e6c9edf01c940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cf0188fa2d4be8" /><Relationship Type="http://schemas.openxmlformats.org/officeDocument/2006/relationships/notesMaster" Target="/ppt/notesMasters/notesMaster1.xml" Id="Rc42bb197534d46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be78f7c39e41b3" /><Relationship Type="http://schemas.openxmlformats.org/officeDocument/2006/relationships/notesMaster" Target="/ppt/notesMasters/notesMaster1.xml" Id="Rff9f31aaa16040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Docs/Project/MirrorTrial_iWiki_Rewrite.md</a:t>
            </a:r>
            <a:endParaRPr/>
          </a:p>
          <a:p xmlns:a="http://schemas.openxmlformats.org/drawingml/2006/main">
            <a:r>
              <a:t>- Docs/Project/MirrorTrial_ImplementationPlan.md</a:t>
            </a:r>
            <a:endParaRPr/>
          </a:p>
          <a:p xmlns:a="http://schemas.openxmlformats.org/drawingml/2006/main">
            <a:r>
              <a:t>- Docs/Level/生命精华系统_完整实现说明.md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用户提供：codex-clipboard-3af23637-e6c0-47fe-ab61-bc9a3b1338bc.png</a:t>
            </a:r>
            <a:endParaRPr/>
          </a:p>
          <a:p xmlns:a="http://schemas.openxmlformats.org/drawingml/2006/main">
            <a:r>
              <a:t>- Docs/Combat/CODEX_SKILL_EDITOR_HANDOFF.md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讲解要点：</a:t>
            </a:r>
            <a:endParaRPr/>
          </a:p>
          <a:p xmlns:a="http://schemas.openxmlformats.org/drawingml/2006/main">
            <a:r>
              <a:t>1. 连招图：招式作为节点，点按、长按、松开与状态条件作为连线。</a:t>
            </a:r>
            <a:endParaRPr/>
          </a:p>
          <a:p xmlns:a="http://schemas.openxmlformats.org/drawingml/2006/main">
            <a:r>
              <a:t>2. 招式配置：动画、前摇/有效/后摇、攻击框、伤害、击退、蓄力和命中反馈统一配置。</a:t>
            </a:r>
            <a:endParaRPr/>
          </a:p>
          <a:p xmlns:a="http://schemas.openxmlformats.org/drawingml/2006/main">
            <a:r>
              <a:t>3. 运行时预览：TestGym 模拟输入、同步编辑数据，并高亮当前节点与连线。</a:t>
            </a:r>
            <a:endParaRPr/>
          </a:p>
          <a:p xmlns:a="http://schemas.openxmlformats.org/drawingml/2006/main">
            <a:r>
              <a:t>4. 核心价值：策划可以直接调配置并验证战斗手感，减少反复修改代码。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Docs/Design/镜前准备工具卡机制_PRD.md</a:t>
            </a:r>
            <a:endParaRPr/>
          </a:p>
          <a:p xmlns:a="http://schemas.openxmlformats.org/drawingml/2006/main">
            <a:r>
              <a:t>- Docs/README.md</a:t>
            </a:r>
            <a:endParaRPr/>
          </a:p>
          <a:p xmlns:a="http://schemas.openxmlformats.org/drawingml/2006/main">
            <a:r>
              <a:t>- Docs/Project/MirrorTrial_AI_Outline.md</a:t>
            </a:r>
            <a:endParaRPr/>
          </a:p>
          <a:p xmlns:a="http://schemas.openxmlformats.org/drawingml/2006/main">
            <a:r>
              <a:t>- Docs/Combat/CODEX_SKILL_EDITOR_HANDOFF.md</a:t>
            </a:r>
            <a:endParaRPr/>
          </a:p>
          <a:p xmlns:a="http://schemas.openxmlformats.org/drawingml/2006/main">
            <a:r>
              <a:t>- C:/Users/zharkzhang/.codex/skills/build-skeleton-consistent-pixel-animation/SKILL.md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d05d36f30f47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ebd43964f4a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ab51d2cd2048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36a96617a40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7b0e040d649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c68627dde476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9fa71af3a477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64134d5c74b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d306ab78574a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01696812c436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536289a86470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701e0368ba45a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2b787d9e75474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5493bacc1a4d3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d6a4e783db47c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3c0d2ead0c4f7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72235a1bcb437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948f42d7484fe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b0895a817c43a2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50d33963c3440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2579d7588d4c0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9556c6dcd941e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27b74854c7d473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1b127e68983450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f2a8285e905422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3a75fd3b1394a50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1908fc7cce9405d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c54d8519cd14e7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9d7b074e5714e05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18987c6b6d74c13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a0d5a33324641da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ddf93c051ca4884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57f61e060864909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cc72864ec74a65" /><Relationship Type="http://schemas.openxmlformats.org/officeDocument/2006/relationships/slideLayout" Target="/ppt/slideLayouts/slideLayout1.xml" Id="R91732bd29e0b4064" /><Relationship Type="http://schemas.openxmlformats.org/officeDocument/2006/relationships/slideLayout" Target="/ppt/slideLayouts/slideLayout2.xml" Id="R50c50f3384e64726" /><Relationship Type="http://schemas.openxmlformats.org/officeDocument/2006/relationships/slideLayout" Target="/ppt/slideLayouts/slideLayout3.xml" Id="R54ad6cd0dc164fed" /><Relationship Type="http://schemas.openxmlformats.org/officeDocument/2006/relationships/slideLayout" Target="/ppt/slideLayouts/slideLayout4.xml" Id="R27fcc14a86e748a8" /><Relationship Type="http://schemas.openxmlformats.org/officeDocument/2006/relationships/slideLayout" Target="/ppt/slideLayouts/slideLayout5.xml" Id="Re94ba6a6aa754f06" /><Relationship Type="http://schemas.openxmlformats.org/officeDocument/2006/relationships/slideLayout" Target="/ppt/slideLayouts/slideLayout6.xml" Id="R5d86d3eee43b48f3" /><Relationship Type="http://schemas.openxmlformats.org/officeDocument/2006/relationships/slideLayout" Target="/ppt/slideLayouts/slideLayout7.xml" Id="Rb9c86c2bb2ca440c" /><Relationship Type="http://schemas.openxmlformats.org/officeDocument/2006/relationships/slideLayout" Target="/ppt/slideLayouts/slideLayout8.xml" Id="R15cc53e8ec8243db" /><Relationship Type="http://schemas.openxmlformats.org/officeDocument/2006/relationships/slideLayout" Target="/ppt/slideLayouts/slideLayout9.xml" Id="R1dc51519172d4fc0" /><Relationship Type="http://schemas.openxmlformats.org/officeDocument/2006/relationships/slideLayout" Target="/ppt/slideLayouts/slideLayout10.xml" Id="R33a15069a25146c6" /><Relationship Type="http://schemas.openxmlformats.org/officeDocument/2006/relationships/slideLayout" Target="/ppt/slideLayouts/slideLayout11.xml" Id="R35b3f9dab084404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a2efdf0922c4ef5" /><Relationship Type="http://schemas.openxmlformats.org/officeDocument/2006/relationships/slideLayout" Target="/ppt/slideLayouts/slideLayout12.xml" Id="Rc52e8a9d3d504043" /><Relationship Type="http://schemas.openxmlformats.org/officeDocument/2006/relationships/slideLayout" Target="/ppt/slideLayouts/slideLayout13.xml" Id="R05547f9950ca4e00" /><Relationship Type="http://schemas.openxmlformats.org/officeDocument/2006/relationships/slideLayout" Target="/ppt/slideLayouts/slideLayout14.xml" Id="Rc2c6cfe3ef694bf2" /><Relationship Type="http://schemas.openxmlformats.org/officeDocument/2006/relationships/slideLayout" Target="/ppt/slideLayouts/slideLayout15.xml" Id="R45afcda20248431b" /><Relationship Type="http://schemas.openxmlformats.org/officeDocument/2006/relationships/slideLayout" Target="/ppt/slideLayouts/slideLayout16.xml" Id="R9de469f17eaf4c88" /><Relationship Type="http://schemas.openxmlformats.org/officeDocument/2006/relationships/slideLayout" Target="/ppt/slideLayouts/slideLayout17.xml" Id="Rca5dec37755949ba" /><Relationship Type="http://schemas.openxmlformats.org/officeDocument/2006/relationships/slideLayout" Target="/ppt/slideLayouts/slideLayout18.xml" Id="Rd3cd8586a5b34e28" /><Relationship Type="http://schemas.openxmlformats.org/officeDocument/2006/relationships/slideLayout" Target="/ppt/slideLayouts/slideLayout19.xml" Id="R24987cc912ef41ca" /><Relationship Type="http://schemas.openxmlformats.org/officeDocument/2006/relationships/slideLayout" Target="/ppt/slideLayouts/slideLayout20.xml" Id="R9c051b1b92894c40" /><Relationship Type="http://schemas.openxmlformats.org/officeDocument/2006/relationships/slideLayout" Target="/ppt/slideLayouts/slideLayout21.xml" Id="Rc717b4a5628f44c4" /><Relationship Type="http://schemas.openxmlformats.org/officeDocument/2006/relationships/slideLayout" Target="/ppt/slideLayouts/slideLayout22.xml" Id="R93190befb89b423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e4a746b069f49f6" /><Relationship Type="http://schemas.openxmlformats.org/officeDocument/2006/relationships/slideLayout" Target="/ppt/slideLayouts/slideLayout23.xml" Id="R6f944b76227b4297" /><Relationship Type="http://schemas.openxmlformats.org/officeDocument/2006/relationships/slideLayout" Target="/ppt/slideLayouts/slideLayout24.xml" Id="Rc3f58cbaa6f64d10" /><Relationship Type="http://schemas.openxmlformats.org/officeDocument/2006/relationships/slideLayout" Target="/ppt/slideLayouts/slideLayout25.xml" Id="R68a0c55ccca94669" /><Relationship Type="http://schemas.openxmlformats.org/officeDocument/2006/relationships/slideLayout" Target="/ppt/slideLayouts/slideLayout26.xml" Id="R677a32e2bb6d4561" /><Relationship Type="http://schemas.openxmlformats.org/officeDocument/2006/relationships/slideLayout" Target="/ppt/slideLayouts/slideLayout27.xml" Id="R68e6058f48a34986" /><Relationship Type="http://schemas.openxmlformats.org/officeDocument/2006/relationships/slideLayout" Target="/ppt/slideLayouts/slideLayout28.xml" Id="Reacb432267a44b52" /><Relationship Type="http://schemas.openxmlformats.org/officeDocument/2006/relationships/slideLayout" Target="/ppt/slideLayouts/slideLayout29.xml" Id="R1da41ff50fa34e96" /><Relationship Type="http://schemas.openxmlformats.org/officeDocument/2006/relationships/slideLayout" Target="/ppt/slideLayouts/slideLayout30.xml" Id="Rb12a721709a14dca" /><Relationship Type="http://schemas.openxmlformats.org/officeDocument/2006/relationships/slideLayout" Target="/ppt/slideLayouts/slideLayout31.xml" Id="Recc51c2315f24a95" /><Relationship Type="http://schemas.openxmlformats.org/officeDocument/2006/relationships/slideLayout" Target="/ppt/slideLayouts/slideLayout32.xml" Id="R0bbd48bc2fc940fc" /><Relationship Type="http://schemas.openxmlformats.org/officeDocument/2006/relationships/slideLayout" Target="/ppt/slideLayouts/slideLayout33.xml" Id="R92553e7e84ce479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732bd29e0b4064"/>
    <p:sldLayoutId xmlns:r="http://schemas.openxmlformats.org/officeDocument/2006/relationships" id="2147483650" r:id="R50c50f3384e64726"/>
    <p:sldLayoutId xmlns:r="http://schemas.openxmlformats.org/officeDocument/2006/relationships" id="2147483651" r:id="R54ad6cd0dc164fed"/>
    <p:sldLayoutId xmlns:r="http://schemas.openxmlformats.org/officeDocument/2006/relationships" id="2147483652" r:id="R27fcc14a86e748a8"/>
    <p:sldLayoutId xmlns:r="http://schemas.openxmlformats.org/officeDocument/2006/relationships" id="2147483653" r:id="Re94ba6a6aa754f06"/>
    <p:sldLayoutId xmlns:r="http://schemas.openxmlformats.org/officeDocument/2006/relationships" id="2147483654" r:id="R5d86d3eee43b48f3"/>
    <p:sldLayoutId xmlns:r="http://schemas.openxmlformats.org/officeDocument/2006/relationships" id="2147483655" r:id="Rb9c86c2bb2ca440c"/>
    <p:sldLayoutId xmlns:r="http://schemas.openxmlformats.org/officeDocument/2006/relationships" id="2147483656" r:id="R15cc53e8ec8243db"/>
    <p:sldLayoutId xmlns:r="http://schemas.openxmlformats.org/officeDocument/2006/relationships" id="2147483657" r:id="R1dc51519172d4fc0"/>
    <p:sldLayoutId xmlns:r="http://schemas.openxmlformats.org/officeDocument/2006/relationships" id="2147483658" r:id="R33a15069a25146c6"/>
    <p:sldLayoutId xmlns:r="http://schemas.openxmlformats.org/officeDocument/2006/relationships" id="2147483659" r:id="R35b3f9dab084404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52e8a9d3d504043"/>
    <p:sldLayoutId xmlns:r="http://schemas.openxmlformats.org/officeDocument/2006/relationships" id="2147483662" r:id="R05547f9950ca4e00"/>
    <p:sldLayoutId xmlns:r="http://schemas.openxmlformats.org/officeDocument/2006/relationships" id="2147483663" r:id="Rc2c6cfe3ef694bf2"/>
    <p:sldLayoutId xmlns:r="http://schemas.openxmlformats.org/officeDocument/2006/relationships" id="2147483664" r:id="R45afcda20248431b"/>
    <p:sldLayoutId xmlns:r="http://schemas.openxmlformats.org/officeDocument/2006/relationships" id="2147483665" r:id="R9de469f17eaf4c88"/>
    <p:sldLayoutId xmlns:r="http://schemas.openxmlformats.org/officeDocument/2006/relationships" id="2147483666" r:id="Rca5dec37755949ba"/>
    <p:sldLayoutId xmlns:r="http://schemas.openxmlformats.org/officeDocument/2006/relationships" id="2147483667" r:id="Rd3cd8586a5b34e28"/>
    <p:sldLayoutId xmlns:r="http://schemas.openxmlformats.org/officeDocument/2006/relationships" id="2147483668" r:id="R24987cc912ef41ca"/>
    <p:sldLayoutId xmlns:r="http://schemas.openxmlformats.org/officeDocument/2006/relationships" id="2147483669" r:id="R9c051b1b92894c40"/>
    <p:sldLayoutId xmlns:r="http://schemas.openxmlformats.org/officeDocument/2006/relationships" id="2147483670" r:id="Rc717b4a5628f44c4"/>
    <p:sldLayoutId xmlns:r="http://schemas.openxmlformats.org/officeDocument/2006/relationships" id="2147483671" r:id="R93190befb89b4238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2026/8/13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6f944b76227b4297"/>
    <p:sldLayoutId xmlns:r="http://schemas.openxmlformats.org/officeDocument/2006/relationships" id="2147483674" r:id="Rc3f58cbaa6f64d10"/>
    <p:sldLayoutId xmlns:r="http://schemas.openxmlformats.org/officeDocument/2006/relationships" id="2147483675" r:id="R68a0c55ccca94669"/>
    <p:sldLayoutId xmlns:r="http://schemas.openxmlformats.org/officeDocument/2006/relationships" id="2147483676" r:id="R677a32e2bb6d4561"/>
    <p:sldLayoutId xmlns:r="http://schemas.openxmlformats.org/officeDocument/2006/relationships" id="2147483677" r:id="R68e6058f48a34986"/>
    <p:sldLayoutId xmlns:r="http://schemas.openxmlformats.org/officeDocument/2006/relationships" id="2147483678" r:id="Reacb432267a44b52"/>
    <p:sldLayoutId xmlns:r="http://schemas.openxmlformats.org/officeDocument/2006/relationships" id="2147483679" r:id="R1da41ff50fa34e96"/>
    <p:sldLayoutId xmlns:r="http://schemas.openxmlformats.org/officeDocument/2006/relationships" id="2147483680" r:id="Rb12a721709a14dca"/>
    <p:sldLayoutId xmlns:r="http://schemas.openxmlformats.org/officeDocument/2006/relationships" id="2147483681" r:id="Recc51c2315f24a95"/>
    <p:sldLayoutId xmlns:r="http://schemas.openxmlformats.org/officeDocument/2006/relationships" id="2147483682" r:id="R0bbd48bc2fc940fc"/>
    <p:sldLayoutId xmlns:r="http://schemas.openxmlformats.org/officeDocument/2006/relationships" id="2147483683" r:id="R92553e7e84ce479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d984996a54821" /><Relationship Type="http://schemas.openxmlformats.org/officeDocument/2006/relationships/image" Target="/ppt/media/image.jpeg" Id="Rb1882be8c89b4dd6" /><Relationship Type="http://schemas.openxmlformats.org/officeDocument/2006/relationships/notesSlide" Target="/ppt/notesSlides/notesSlide1.xml" Id="R11c7c6781fbb4b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82136c4094fad" /><Relationship Type="http://schemas.openxmlformats.org/officeDocument/2006/relationships/image" Target="/ppt/media/image.png" Id="R313a17a2b4cc4bcb" /><Relationship Type="http://schemas.openxmlformats.org/officeDocument/2006/relationships/notesSlide" Target="/ppt/notesSlides/notesSlide2.xml" Id="R20e2a98c3f8143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3a9089578114e1d" /><Relationship Type="http://schemas.openxmlformats.org/officeDocument/2006/relationships/image" Target="/ppt/media/image.png" Id="Rf0bf82691d0e47b7" /><Relationship Type="http://schemas.openxmlformats.org/officeDocument/2006/relationships/notesSlide" Target="/ppt/notesSlides/notesSlide3.xml" Id="R099df4c29ad04d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efe2aa3b49f4556" /><Relationship Type="http://schemas.openxmlformats.org/officeDocument/2006/relationships/image" Target="/ppt/media/image.png" Id="Ra902073acf27401a" /><Relationship Type="http://schemas.openxmlformats.org/officeDocument/2006/relationships/notesSlide" Target="/ppt/notesSlides/notesSlide4.xml" Id="R79a89617a23040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2718fef342a49e0" /><Relationship Type="http://schemas.openxmlformats.org/officeDocument/2006/relationships/image" Target="/ppt/media/image.png" Id="Rcf2b92bc9cb94c0e" /><Relationship Type="http://schemas.openxmlformats.org/officeDocument/2006/relationships/notesSlide" Target="/ppt/notesSlides/notesSlide5.xml" Id="R45d40c40dfd043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af429732ce5400d" /><Relationship Type="http://schemas.openxmlformats.org/officeDocument/2006/relationships/image" Target="/ppt/media/image.png" Id="Rdd59eb0e5e6b4976" /><Relationship Type="http://schemas.openxmlformats.org/officeDocument/2006/relationships/notesSlide" Target="/ppt/notesSlides/notesSlide6.xml" Id="R44de3b7c051846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4d56098c54448" /><Relationship Type="http://schemas.openxmlformats.org/officeDocument/2006/relationships/image" Target="/ppt/media/image.png" Id="Rbe39c6a3281f4991" /><Relationship Type="http://schemas.openxmlformats.org/officeDocument/2006/relationships/image" Target="/ppt/media/image2.png" Id="R41ebedb458cc42f5" /><Relationship Type="http://schemas.openxmlformats.org/officeDocument/2006/relationships/notesSlide" Target="/ppt/notesSlides/notesSlide7.xml" Id="R84c6655a1cdc4e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82be8c89b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a17a2b4cc4b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f82691d0e47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（关卡）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推动关卡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/ NPC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编辑器与动物玩法工具链落地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建设资源检索、配置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ID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与对话内容生产流程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天美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J1｜Unity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客户端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→ UE 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技术策划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（战斗）</a:t>
            </a:r>
            <a:endParaRPr sz="1800" b="1" i="0" cap="none" spc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负责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3C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镜头、物理交互与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UI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开发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搭建英雄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 Ability 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  <a:endParaRPr sz="28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2073acf2740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游戏整体思路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413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【游戏类型】2D 横版动作冒险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类银河城式能力成长｜轻度 Roguelite｜《丝之歌》式高机动战斗参考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【核心玩法】现实层推进 → 镜像挑战 → 击败镜像自我 → 夺回能力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【成长路径】击败 Boss，永久解锁镜刃、冲刺等核心能力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收集生命精华，关末选择生命、攻击或移速强化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组合已有能力，挑战更强敌人与最终 Boss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b92bc9cb9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6019800"/>
            <a:ext cx="10763250" cy="4785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节点编排连招｜逐帧配置判定与反馈｜TestGym 运行时预览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工具卡 PRD：写清目标、边界、规则、职责与验收，让 AI 按设计实现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【接得上】项目上下文管理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索引、大纲、专项文档与交接记录全部沉淀在项目仓库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WorkBuddy 与 Codex 可以随时读档接手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【做得出】AI 动画生产 Skill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固定骨架、根节点、比例与调色板，生成后完成对齐、验证、切片与 Unity 接入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战斗编辑器：连招、参数、预览一体化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9eb0e5e6b49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【看得懂】AI 可执行的 PRD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工具卡 PRD：写清目标、边界、规则、职责与验收，让 AI 按设计实现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【接得上】项目上下文管理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索引、大纲、专项文档与交接记录全部沉淀在项目仓库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WorkBuddy 与 Codex 可以随时读档接手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【做得出】AI 动画生产 Skill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固定骨架、根节点、比例与调色板，生成后完成对齐、验证、切片与 Unity 接入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AI 在游戏项目中的应用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9c6a3281f4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bedb458cc42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2026-08-14T03:16:22.1030000Z</dcterms:created>
  <dcterms:modified xsi:type="dcterms:W3CDTF">2026-08-14T03:16:22.1030000Z</dcterms:modified>
</coreProperties>
</file>