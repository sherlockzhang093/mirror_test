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a43f519aee4fe9" /><Relationship Type="http://schemas.openxmlformats.org/officeDocument/2006/relationships/extended-properties" Target="/docProps/app.xml" Id="Rc36ba6d36d6e4401" /><Relationship Type="http://schemas.openxmlformats.org/officeDocument/2006/relationships/officeDocument" Target="/ppt/presentation.xml" Id="Rfc55f1036d4f42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706dc1ea19485a"/>
    <p:sldMasterId xmlns:r="http://schemas.openxmlformats.org/officeDocument/2006/relationships" id="2147483660" r:id="Rc3293e4e6a274a89"/>
    <p:sldMasterId xmlns:r="http://schemas.openxmlformats.org/officeDocument/2006/relationships" id="2147483672" r:id="Rb9c5e87335de4416"/>
  </p:sldMasterIdLst>
  <p:notesMasterIdLst>
    <p:notesMasterId xmlns:r="http://schemas.openxmlformats.org/officeDocument/2006/relationships" r:id="Ra733a3d204164a2a"/>
  </p:notesMasterIdLst>
  <p:sldIdLst>
    <p:sldId xmlns:r="http://schemas.openxmlformats.org/officeDocument/2006/relationships" id="256" r:id="Rcaa93f3bb5104442"/>
    <p:sldId xmlns:r="http://schemas.openxmlformats.org/officeDocument/2006/relationships" id="257" r:id="R875cf610f6824f0f"/>
    <p:sldId xmlns:r="http://schemas.openxmlformats.org/officeDocument/2006/relationships" id="258" r:id="Re6fd64ce6d7c4ed7"/>
    <p:sldId xmlns:r="http://schemas.openxmlformats.org/officeDocument/2006/relationships" id="259" r:id="Rb2ff3ce28c5a456c"/>
    <p:sldId xmlns:r="http://schemas.openxmlformats.org/officeDocument/2006/relationships" id="260" r:id="R48c9b86ec7314df7"/>
    <p:sldId xmlns:r="http://schemas.openxmlformats.org/officeDocument/2006/relationships" id="261" r:id="R09e3b86122b64ca6"/>
    <p:sldId xmlns:r="http://schemas.openxmlformats.org/officeDocument/2006/relationships" id="262" r:id="R2df862d04c4945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cf90754c7c480e" /><Relationship Type="http://schemas.openxmlformats.org/officeDocument/2006/relationships/slideMaster" Target="/ppt/slideMasters/slideMaster1.xml" Id="Rd5706dc1ea19485a" /><Relationship Type="http://schemas.openxmlformats.org/officeDocument/2006/relationships/slideMaster" Target="/ppt/slideMasters/slideMaster2.xml" Id="Rc3293e4e6a274a89" /><Relationship Type="http://schemas.openxmlformats.org/officeDocument/2006/relationships/slideMaster" Target="/ppt/slideMasters/slideMaster3.xml" Id="Rb9c5e87335de4416" /><Relationship Type="http://schemas.openxmlformats.org/officeDocument/2006/relationships/notesMaster" Target="/ppt/notesMasters/notesMaster1.xml" Id="Ra733a3d204164a2a" /><Relationship Type="http://schemas.openxmlformats.org/officeDocument/2006/relationships/presProps" Target="/ppt/presProps.xml" Id="R8f267a6f575744b7" /><Relationship Type="http://schemas.openxmlformats.org/officeDocument/2006/relationships/viewProps" Target="/ppt/viewProps.xml" Id="Rd3dc34c6e19c40a4" /><Relationship Type="http://schemas.openxmlformats.org/officeDocument/2006/relationships/tableStyles" Target="/ppt/tableStyles.xml" Id="Rc302de880f3f4c97" /><Relationship Type="http://schemas.openxmlformats.org/officeDocument/2006/relationships/slide" Target="/ppt/slides/slide1.xml" Id="Rcaa93f3bb5104442" /><Relationship Type="http://schemas.openxmlformats.org/officeDocument/2006/relationships/slide" Target="/ppt/slides/slide2.xml" Id="R875cf610f6824f0f" /><Relationship Type="http://schemas.openxmlformats.org/officeDocument/2006/relationships/slide" Target="/ppt/slides/slide3.xml" Id="Re6fd64ce6d7c4ed7" /><Relationship Type="http://schemas.openxmlformats.org/officeDocument/2006/relationships/slide" Target="/ppt/slides/slide4.xml" Id="Rb2ff3ce28c5a456c" /><Relationship Type="http://schemas.openxmlformats.org/officeDocument/2006/relationships/slide" Target="/ppt/slides/slide5.xml" Id="R48c9b86ec7314df7" /><Relationship Type="http://schemas.openxmlformats.org/officeDocument/2006/relationships/slide" Target="/ppt/slides/slide6.xml" Id="R09e3b86122b64ca6" /><Relationship Type="http://schemas.openxmlformats.org/officeDocument/2006/relationships/slide" Target="/ppt/slides/slide7.xml" Id="R2df862d04c4945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10ba3b0530845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fd7d9b5c5b4331" /><Relationship Type="http://schemas.openxmlformats.org/officeDocument/2006/relationships/notesMaster" Target="/ppt/notesMasters/notesMaster1.xml" Id="R04952cfd93ee45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331019d81a4fb7" /><Relationship Type="http://schemas.openxmlformats.org/officeDocument/2006/relationships/notesMaster" Target="/ppt/notesMasters/notesMaster1.xml" Id="R95b5704cc29148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ff6b90b7b247b2" /><Relationship Type="http://schemas.openxmlformats.org/officeDocument/2006/relationships/notesMaster" Target="/ppt/notesMasters/notesMaster1.xml" Id="Re0f1cc0788d043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5f66dc68dc4d57" /><Relationship Type="http://schemas.openxmlformats.org/officeDocument/2006/relationships/notesMaster" Target="/ppt/notesMasters/notesMaster1.xml" Id="R0a800599931d4b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2eb35fc8594112" /><Relationship Type="http://schemas.openxmlformats.org/officeDocument/2006/relationships/notesMaster" Target="/ppt/notesMasters/notesMaster1.xml" Id="R7178693343f548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c0d39c9f764f16" /><Relationship Type="http://schemas.openxmlformats.org/officeDocument/2006/relationships/notesMaster" Target="/ppt/notesMasters/notesMaster1.xml" Id="R4bb661ab53a04d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cb8b2246c04cb2" /><Relationship Type="http://schemas.openxmlformats.org/officeDocument/2006/relationships/notesMaster" Target="/ppt/notesMasters/notesMaster1.xml" Id="Rb31746a4fd8248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696f54d944c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cb3e82e114b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e6fbcc2b440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242b7614246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08aed3f9d45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d9a20dd174b7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fbe6a5a75476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82cc7563547e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021a9a4a5458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db1a211e204b1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cf78994084c4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14cdc50e9749b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e08b0912b5499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59320488bd403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793a92c3e841f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dfc13b5c9d4a9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620139eb32458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9ed9ebc4e1486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b59be36fb545a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923183b57f461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c8588410d724ab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20a8e408e6401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6abfcd318e04d87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8c1220df6bd43ce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0a913f1af1b428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3d7213fde774167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1c49754347443a8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89d6b6c71df40a4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08922056f174191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63141c47ffe4632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3e482b943574023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d19ae6453374904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950fe4bd2d84859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f4cafb2983444a" /><Relationship Type="http://schemas.openxmlformats.org/officeDocument/2006/relationships/slideLayout" Target="/ppt/slideLayouts/slideLayout1.xml" Id="R13bb86f6ddf14335" /><Relationship Type="http://schemas.openxmlformats.org/officeDocument/2006/relationships/slideLayout" Target="/ppt/slideLayouts/slideLayout2.xml" Id="R972d6a59701b4438" /><Relationship Type="http://schemas.openxmlformats.org/officeDocument/2006/relationships/slideLayout" Target="/ppt/slideLayouts/slideLayout3.xml" Id="R45c4e952ad674a31" /><Relationship Type="http://schemas.openxmlformats.org/officeDocument/2006/relationships/slideLayout" Target="/ppt/slideLayouts/slideLayout4.xml" Id="R02ed2795f67145e4" /><Relationship Type="http://schemas.openxmlformats.org/officeDocument/2006/relationships/slideLayout" Target="/ppt/slideLayouts/slideLayout5.xml" Id="R87350e35daf14f47" /><Relationship Type="http://schemas.openxmlformats.org/officeDocument/2006/relationships/slideLayout" Target="/ppt/slideLayouts/slideLayout6.xml" Id="R21bd3a5113e34149" /><Relationship Type="http://schemas.openxmlformats.org/officeDocument/2006/relationships/slideLayout" Target="/ppt/slideLayouts/slideLayout7.xml" Id="Rea1a407ee7b944b1" /><Relationship Type="http://schemas.openxmlformats.org/officeDocument/2006/relationships/slideLayout" Target="/ppt/slideLayouts/slideLayout8.xml" Id="R7da37beb836b4f89" /><Relationship Type="http://schemas.openxmlformats.org/officeDocument/2006/relationships/slideLayout" Target="/ppt/slideLayouts/slideLayout9.xml" Id="R91a1ef3474fa4650" /><Relationship Type="http://schemas.openxmlformats.org/officeDocument/2006/relationships/slideLayout" Target="/ppt/slideLayouts/slideLayout10.xml" Id="R7cbf02d9223a4742" /><Relationship Type="http://schemas.openxmlformats.org/officeDocument/2006/relationships/slideLayout" Target="/ppt/slideLayouts/slideLayout11.xml" Id="R7d974229c2be44b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a9c7fc58c58461d" /><Relationship Type="http://schemas.openxmlformats.org/officeDocument/2006/relationships/slideLayout" Target="/ppt/slideLayouts/slideLayout12.xml" Id="R23ded3a8842148ed" /><Relationship Type="http://schemas.openxmlformats.org/officeDocument/2006/relationships/slideLayout" Target="/ppt/slideLayouts/slideLayout13.xml" Id="R201ebb14566f4441" /><Relationship Type="http://schemas.openxmlformats.org/officeDocument/2006/relationships/slideLayout" Target="/ppt/slideLayouts/slideLayout14.xml" Id="R378b39ec3fe147c1" /><Relationship Type="http://schemas.openxmlformats.org/officeDocument/2006/relationships/slideLayout" Target="/ppt/slideLayouts/slideLayout15.xml" Id="R45753c4014014d51" /><Relationship Type="http://schemas.openxmlformats.org/officeDocument/2006/relationships/slideLayout" Target="/ppt/slideLayouts/slideLayout16.xml" Id="R620e9fb154dc4209" /><Relationship Type="http://schemas.openxmlformats.org/officeDocument/2006/relationships/slideLayout" Target="/ppt/slideLayouts/slideLayout17.xml" Id="Rda0b26288ba44c3c" /><Relationship Type="http://schemas.openxmlformats.org/officeDocument/2006/relationships/slideLayout" Target="/ppt/slideLayouts/slideLayout18.xml" Id="R69750c62eb434737" /><Relationship Type="http://schemas.openxmlformats.org/officeDocument/2006/relationships/slideLayout" Target="/ppt/slideLayouts/slideLayout19.xml" Id="R3636adb74f8f46c5" /><Relationship Type="http://schemas.openxmlformats.org/officeDocument/2006/relationships/slideLayout" Target="/ppt/slideLayouts/slideLayout20.xml" Id="R9288629a36fb461c" /><Relationship Type="http://schemas.openxmlformats.org/officeDocument/2006/relationships/slideLayout" Target="/ppt/slideLayouts/slideLayout21.xml" Id="R3de579dabd844b84" /><Relationship Type="http://schemas.openxmlformats.org/officeDocument/2006/relationships/slideLayout" Target="/ppt/slideLayouts/slideLayout22.xml" Id="R100620115971455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b77a461b65b496c" /><Relationship Type="http://schemas.openxmlformats.org/officeDocument/2006/relationships/slideLayout" Target="/ppt/slideLayouts/slideLayout23.xml" Id="R4f65bdb1794c4b93" /><Relationship Type="http://schemas.openxmlformats.org/officeDocument/2006/relationships/slideLayout" Target="/ppt/slideLayouts/slideLayout24.xml" Id="Raf485d06906f4cd2" /><Relationship Type="http://schemas.openxmlformats.org/officeDocument/2006/relationships/slideLayout" Target="/ppt/slideLayouts/slideLayout25.xml" Id="R0e26fd1469eb4ea2" /><Relationship Type="http://schemas.openxmlformats.org/officeDocument/2006/relationships/slideLayout" Target="/ppt/slideLayouts/slideLayout26.xml" Id="Re3573987736546d2" /><Relationship Type="http://schemas.openxmlformats.org/officeDocument/2006/relationships/slideLayout" Target="/ppt/slideLayouts/slideLayout27.xml" Id="Re609b66e057b4351" /><Relationship Type="http://schemas.openxmlformats.org/officeDocument/2006/relationships/slideLayout" Target="/ppt/slideLayouts/slideLayout28.xml" Id="Re1b79be8d4d14189" /><Relationship Type="http://schemas.openxmlformats.org/officeDocument/2006/relationships/slideLayout" Target="/ppt/slideLayouts/slideLayout29.xml" Id="Rb1c7f314d1e241a4" /><Relationship Type="http://schemas.openxmlformats.org/officeDocument/2006/relationships/slideLayout" Target="/ppt/slideLayouts/slideLayout30.xml" Id="R06f7870e3a5d417e" /><Relationship Type="http://schemas.openxmlformats.org/officeDocument/2006/relationships/slideLayout" Target="/ppt/slideLayouts/slideLayout31.xml" Id="R473153806ab24e49" /><Relationship Type="http://schemas.openxmlformats.org/officeDocument/2006/relationships/slideLayout" Target="/ppt/slideLayouts/slideLayout32.xml" Id="Rca7f9cc6a8d24a6b" /><Relationship Type="http://schemas.openxmlformats.org/officeDocument/2006/relationships/slideLayout" Target="/ppt/slideLayouts/slideLayout33.xml" Id="R9d59860ccebd45c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bb86f6ddf14335"/>
    <p:sldLayoutId xmlns:r="http://schemas.openxmlformats.org/officeDocument/2006/relationships" id="2147483650" r:id="R972d6a59701b4438"/>
    <p:sldLayoutId xmlns:r="http://schemas.openxmlformats.org/officeDocument/2006/relationships" id="2147483651" r:id="R45c4e952ad674a31"/>
    <p:sldLayoutId xmlns:r="http://schemas.openxmlformats.org/officeDocument/2006/relationships" id="2147483652" r:id="R02ed2795f67145e4"/>
    <p:sldLayoutId xmlns:r="http://schemas.openxmlformats.org/officeDocument/2006/relationships" id="2147483653" r:id="R87350e35daf14f47"/>
    <p:sldLayoutId xmlns:r="http://schemas.openxmlformats.org/officeDocument/2006/relationships" id="2147483654" r:id="R21bd3a5113e34149"/>
    <p:sldLayoutId xmlns:r="http://schemas.openxmlformats.org/officeDocument/2006/relationships" id="2147483655" r:id="Rea1a407ee7b944b1"/>
    <p:sldLayoutId xmlns:r="http://schemas.openxmlformats.org/officeDocument/2006/relationships" id="2147483656" r:id="R7da37beb836b4f89"/>
    <p:sldLayoutId xmlns:r="http://schemas.openxmlformats.org/officeDocument/2006/relationships" id="2147483657" r:id="R91a1ef3474fa4650"/>
    <p:sldLayoutId xmlns:r="http://schemas.openxmlformats.org/officeDocument/2006/relationships" id="2147483658" r:id="R7cbf02d9223a4742"/>
    <p:sldLayoutId xmlns:r="http://schemas.openxmlformats.org/officeDocument/2006/relationships" id="2147483659" r:id="R7d974229c2be44b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3ded3a8842148ed"/>
    <p:sldLayoutId xmlns:r="http://schemas.openxmlformats.org/officeDocument/2006/relationships" id="2147483662" r:id="R201ebb14566f4441"/>
    <p:sldLayoutId xmlns:r="http://schemas.openxmlformats.org/officeDocument/2006/relationships" id="2147483663" r:id="R378b39ec3fe147c1"/>
    <p:sldLayoutId xmlns:r="http://schemas.openxmlformats.org/officeDocument/2006/relationships" id="2147483664" r:id="R45753c4014014d51"/>
    <p:sldLayoutId xmlns:r="http://schemas.openxmlformats.org/officeDocument/2006/relationships" id="2147483665" r:id="R620e9fb154dc4209"/>
    <p:sldLayoutId xmlns:r="http://schemas.openxmlformats.org/officeDocument/2006/relationships" id="2147483666" r:id="Rda0b26288ba44c3c"/>
    <p:sldLayoutId xmlns:r="http://schemas.openxmlformats.org/officeDocument/2006/relationships" id="2147483667" r:id="R69750c62eb434737"/>
    <p:sldLayoutId xmlns:r="http://schemas.openxmlformats.org/officeDocument/2006/relationships" id="2147483668" r:id="R3636adb74f8f46c5"/>
    <p:sldLayoutId xmlns:r="http://schemas.openxmlformats.org/officeDocument/2006/relationships" id="2147483669" r:id="R9288629a36fb461c"/>
    <p:sldLayoutId xmlns:r="http://schemas.openxmlformats.org/officeDocument/2006/relationships" id="2147483670" r:id="R3de579dabd844b84"/>
    <p:sldLayoutId xmlns:r="http://schemas.openxmlformats.org/officeDocument/2006/relationships" id="2147483671" r:id="R1006201159714554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4f65bdb1794c4b93"/>
    <p:sldLayoutId xmlns:r="http://schemas.openxmlformats.org/officeDocument/2006/relationships" id="2147483674" r:id="Raf485d06906f4cd2"/>
    <p:sldLayoutId xmlns:r="http://schemas.openxmlformats.org/officeDocument/2006/relationships" id="2147483675" r:id="R0e26fd1469eb4ea2"/>
    <p:sldLayoutId xmlns:r="http://schemas.openxmlformats.org/officeDocument/2006/relationships" id="2147483676" r:id="Re3573987736546d2"/>
    <p:sldLayoutId xmlns:r="http://schemas.openxmlformats.org/officeDocument/2006/relationships" id="2147483677" r:id="Re609b66e057b4351"/>
    <p:sldLayoutId xmlns:r="http://schemas.openxmlformats.org/officeDocument/2006/relationships" id="2147483678" r:id="Re1b79be8d4d14189"/>
    <p:sldLayoutId xmlns:r="http://schemas.openxmlformats.org/officeDocument/2006/relationships" id="2147483679" r:id="Rb1c7f314d1e241a4"/>
    <p:sldLayoutId xmlns:r="http://schemas.openxmlformats.org/officeDocument/2006/relationships" id="2147483680" r:id="R06f7870e3a5d417e"/>
    <p:sldLayoutId xmlns:r="http://schemas.openxmlformats.org/officeDocument/2006/relationships" id="2147483681" r:id="R473153806ab24e49"/>
    <p:sldLayoutId xmlns:r="http://schemas.openxmlformats.org/officeDocument/2006/relationships" id="2147483682" r:id="Rca7f9cc6a8d24a6b"/>
    <p:sldLayoutId xmlns:r="http://schemas.openxmlformats.org/officeDocument/2006/relationships" id="2147483683" r:id="R9d59860ccebd45c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55ec4ca3a4b56" /><Relationship Type="http://schemas.openxmlformats.org/officeDocument/2006/relationships/image" Target="/ppt/media/image.jpeg" Id="R370b3227b46a4b6e" /><Relationship Type="http://schemas.openxmlformats.org/officeDocument/2006/relationships/notesSlide" Target="/ppt/notesSlides/notesSlide1.xml" Id="R78ff08cb78a44e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f18773d144fb6" /><Relationship Type="http://schemas.openxmlformats.org/officeDocument/2006/relationships/image" Target="/ppt/media/image2.jpeg" Id="Ra6ee9ea5547740ea" /><Relationship Type="http://schemas.openxmlformats.org/officeDocument/2006/relationships/notesSlide" Target="/ppt/notesSlides/notesSlide2.xml" Id="R3cc966d435f34c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81e333af71141ca" /><Relationship Type="http://schemas.openxmlformats.org/officeDocument/2006/relationships/image" Target="/ppt/media/image2.jpeg" Id="R2b0149bdee764d9c" /><Relationship Type="http://schemas.openxmlformats.org/officeDocument/2006/relationships/notesSlide" Target="/ppt/notesSlides/notesSlide3.xml" Id="R352c4d72413b4a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fbe3fd12b184e5c" /><Relationship Type="http://schemas.openxmlformats.org/officeDocument/2006/relationships/image" Target="/ppt/media/image2.jpeg" Id="Raa57b52907964f90" /><Relationship Type="http://schemas.openxmlformats.org/officeDocument/2006/relationships/notesSlide" Target="/ppt/notesSlides/notesSlide4.xml" Id="Rb2eb9375503046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2d433843f5d4134" /><Relationship Type="http://schemas.openxmlformats.org/officeDocument/2006/relationships/image" Target="/ppt/media/image2.jpeg" Id="Re3fc3bb3dcd849f1" /><Relationship Type="http://schemas.openxmlformats.org/officeDocument/2006/relationships/notesSlide" Target="/ppt/notesSlides/notesSlide5.xml" Id="R103794b9047444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3e95149864b1c" /><Relationship Type="http://schemas.openxmlformats.org/officeDocument/2006/relationships/image" Target="/ppt/media/image2.jpeg" Id="R3b769d5e06b5433e" /><Relationship Type="http://schemas.openxmlformats.org/officeDocument/2006/relationships/image" Target="/ppt/media/image.png" Id="R07181ce493454eb4" /><Relationship Type="http://schemas.openxmlformats.org/officeDocument/2006/relationships/notesSlide" Target="/ppt/notesSlides/notesSlide6.xml" Id="R381b438ba68a4e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505f16f9319b4d92" /><Relationship Type="http://schemas.openxmlformats.org/officeDocument/2006/relationships/notesSlide" Target="/ppt/notesSlides/notesSlide7.xml" Id="R3c8db8543b2047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  <a:endParaRPr sz="5400" b="1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</a:t>
            </a:r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校招宣讲会</a:t>
            </a:r>
            <a:endParaRPr sz="3600" spc="100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b3227b46a4b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张聪</a:t>
            </a:r>
            <a:endParaRPr sz="2000">
              <a:solidFill>
                <a:srgbClr val="4182D5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  <a:endParaRPr sz="2000">
              <a:solidFill>
                <a:srgbClr val="4182D5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e9ea5547740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149bdee764d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6" y="1908110"/>
            <a:ext cx="9699171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清华大学｜互动媒体设计与技术硕士
华中科技大学｜自动化学士
Unity / UE · C++ / C# / Python
当前：火影忍者项目组｜Unity 战斗技术策划
经历：腾讯 J1 客户端与 UE 战斗技术策划｜莉莉丝工具技术策划
方向：战斗系统 · 技能配置自动化 · 策划工具链 · 3C 交互
研究：感知与反馈融合的交互设备
成果：IROS 2025 一作｜发明专利申请</a:t>
            </a: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1. </a:t>
            </a: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7b52907964f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2 . 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命题研究展示（游戏提案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/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课题研究）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4" y="1238664"/>
            <a:ext cx="9866651" cy="3862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按照题目要求，完整呈现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其中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游戏提案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（游戏提案思路逻辑呈现；若有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demo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，需要安排评委游戏体验环节）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小结与思考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对命题研究的总结，不仅限于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阐述任务过程中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遇到的挑战和难度，你如何克服的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过程中你做过哪些重要的决策或抉择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在命题研究中，你需要加强哪些方面的能力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c3bb3dcd849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51398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在腾讯负责的整体工作情况；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重点谈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1~2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个你认为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最成功或最能体现个人专业能力的项目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产出或成果；或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个你负责的比较遗憾或失败的项目；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小结与思考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在项目组实习过程中的总结，不仅限于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过程中的挑战和难度在哪里，你如何克服的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过程中你做过哪些重要的决策或抉择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有哪些方法论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工具的应用或突破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在工作中，你需要加强哪方面的能力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69d5e06b543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81ce493454e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FBC5B85-5E1F-4900-B546-300D80EE76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4840" y="217868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附：浅色背景</a:t>
            </a:r>
          </a:p>
        </p:txBody>
      </p:sp>
    </p:spTree>
    <p:extLst>
      <p:ext uri="{BB962C8B-B14F-4D97-AF65-F5344CB8AC3E}">
        <p14:creationId xmlns:p14="http://schemas.microsoft.com/office/powerpoint/2010/main" val="166729333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2026-08-13T06:54:33.0670000Z</dcterms:created>
  <dcterms:modified xsi:type="dcterms:W3CDTF">2026-08-13T06:54:33.0670000Z</dcterms:modified>
</coreProperties>
</file>