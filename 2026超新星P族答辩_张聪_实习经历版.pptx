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5b34aa75304b6f" /><Relationship Type="http://schemas.openxmlformats.org/officeDocument/2006/relationships/extended-properties" Target="/docProps/app.xml" Id="R1bc02e347cd449fc" /><Relationship Type="http://schemas.openxmlformats.org/officeDocument/2006/relationships/officeDocument" Target="/ppt/presentation.xml" Id="R1ba7c601a69441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24ad74c67141f1"/>
    <p:sldMasterId xmlns:r="http://schemas.openxmlformats.org/officeDocument/2006/relationships" id="2147483660" r:id="Rcbb8f308215e4d2c"/>
    <p:sldMasterId xmlns:r="http://schemas.openxmlformats.org/officeDocument/2006/relationships" id="2147483672" r:id="Reafab9e9d52742c5"/>
  </p:sldMasterIdLst>
  <p:notesMasterIdLst>
    <p:notesMasterId xmlns:r="http://schemas.openxmlformats.org/officeDocument/2006/relationships" r:id="Rbdc5919701ca452c"/>
  </p:notesMasterIdLst>
  <p:sldIdLst>
    <p:sldId xmlns:r="http://schemas.openxmlformats.org/officeDocument/2006/relationships" id="256" r:id="Rbaeef8dc521d4aef"/>
    <p:sldId xmlns:r="http://schemas.openxmlformats.org/officeDocument/2006/relationships" id="257" r:id="R1345d340afe44965"/>
    <p:sldId xmlns:r="http://schemas.openxmlformats.org/officeDocument/2006/relationships" id="258" r:id="R7e4e761d5c9242da"/>
    <p:sldId xmlns:r="http://schemas.openxmlformats.org/officeDocument/2006/relationships" id="259" r:id="R7b267c4650654e94"/>
    <p:sldId xmlns:r="http://schemas.openxmlformats.org/officeDocument/2006/relationships" id="260" r:id="Re4d5c2e8ea714491"/>
    <p:sldId xmlns:r="http://schemas.openxmlformats.org/officeDocument/2006/relationships" id="261" r:id="R59995a6d8f984319"/>
    <p:sldId xmlns:r="http://schemas.openxmlformats.org/officeDocument/2006/relationships" id="262" r:id="R9636503f99a64e85"/>
    <p:sldId xmlns:r="http://schemas.openxmlformats.org/officeDocument/2006/relationships" id="263" r:id="R60d80e01cd3b4188"/>
    <p:sldId xmlns:r="http://schemas.openxmlformats.org/officeDocument/2006/relationships" id="264" r:id="R2352d9056b6d486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5bf824b744e0f" /><Relationship Type="http://schemas.openxmlformats.org/officeDocument/2006/relationships/slideMaster" Target="/ppt/slideMasters/slideMaster1.xml" Id="Rf424ad74c67141f1" /><Relationship Type="http://schemas.openxmlformats.org/officeDocument/2006/relationships/slideMaster" Target="/ppt/slideMasters/slideMaster2.xml" Id="Rcbb8f308215e4d2c" /><Relationship Type="http://schemas.openxmlformats.org/officeDocument/2006/relationships/slideMaster" Target="/ppt/slideMasters/slideMaster3.xml" Id="Reafab9e9d52742c5" /><Relationship Type="http://schemas.openxmlformats.org/officeDocument/2006/relationships/notesMaster" Target="/ppt/notesMasters/notesMaster1.xml" Id="Rbdc5919701ca452c" /><Relationship Type="http://schemas.openxmlformats.org/officeDocument/2006/relationships/presProps" Target="/ppt/presProps.xml" Id="R33892db36ef44667" /><Relationship Type="http://schemas.openxmlformats.org/officeDocument/2006/relationships/viewProps" Target="/ppt/viewProps.xml" Id="Rfc2d6b71fcc14e6a" /><Relationship Type="http://schemas.openxmlformats.org/officeDocument/2006/relationships/tableStyles" Target="/ppt/tableStyles.xml" Id="Rdaef815c56684e9b" /><Relationship Type="http://schemas.openxmlformats.org/officeDocument/2006/relationships/slide" Target="/ppt/slides/slide1.xml" Id="Rbaeef8dc521d4aef" /><Relationship Type="http://schemas.openxmlformats.org/officeDocument/2006/relationships/slide" Target="/ppt/slides/slide2.xml" Id="R1345d340afe44965" /><Relationship Type="http://schemas.openxmlformats.org/officeDocument/2006/relationships/slide" Target="/ppt/slides/slide3.xml" Id="R7e4e761d5c9242da" /><Relationship Type="http://schemas.openxmlformats.org/officeDocument/2006/relationships/slide" Target="/ppt/slides/slide4.xml" Id="R7b267c4650654e94" /><Relationship Type="http://schemas.openxmlformats.org/officeDocument/2006/relationships/slide" Target="/ppt/slides/slide5.xml" Id="Re4d5c2e8ea714491" /><Relationship Type="http://schemas.openxmlformats.org/officeDocument/2006/relationships/slide" Target="/ppt/slides/slide6.xml" Id="R59995a6d8f984319" /><Relationship Type="http://schemas.openxmlformats.org/officeDocument/2006/relationships/slide" Target="/ppt/slides/slide7.xml" Id="R9636503f99a64e85" /><Relationship Type="http://schemas.openxmlformats.org/officeDocument/2006/relationships/slide" Target="/ppt/slides/slide8.xml" Id="R60d80e01cd3b4188" /><Relationship Type="http://schemas.openxmlformats.org/officeDocument/2006/relationships/slide" Target="/ppt/slides/slide9.xml" Id="R2352d9056b6d48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0ff348d49bf4a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eb5ae1fdfd04d1d" /><Relationship Type="http://schemas.openxmlformats.org/officeDocument/2006/relationships/notesMaster" Target="/ppt/notesMasters/notesMaster1.xml" Id="Re65752a5efb444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38eb57ec80440b" /><Relationship Type="http://schemas.openxmlformats.org/officeDocument/2006/relationships/notesMaster" Target="/ppt/notesMasters/notesMaster1.xml" Id="R879f26e405f84c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761408567c4c19" /><Relationship Type="http://schemas.openxmlformats.org/officeDocument/2006/relationships/notesMaster" Target="/ppt/notesMasters/notesMaster1.xml" Id="R63d7e4bf6f9b4b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2ffc6875204c10" /><Relationship Type="http://schemas.openxmlformats.org/officeDocument/2006/relationships/notesMaster" Target="/ppt/notesMasters/notesMaster1.xml" Id="Rb4d8f2f72eac4a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b8e8fd3bdfc4ec5" /><Relationship Type="http://schemas.openxmlformats.org/officeDocument/2006/relationships/notesMaster" Target="/ppt/notesMasters/notesMaster1.xml" Id="R4800ac9ef04149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9801809cd84b8d" /><Relationship Type="http://schemas.openxmlformats.org/officeDocument/2006/relationships/notesMaster" Target="/ppt/notesMasters/notesMaster1.xml" Id="R042281e72b6b42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12e53ef5bc54f68" /><Relationship Type="http://schemas.openxmlformats.org/officeDocument/2006/relationships/notesMaster" Target="/ppt/notesMasters/notesMaster1.xml" Id="R3122c4eec23943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12c547814246dc" /><Relationship Type="http://schemas.openxmlformats.org/officeDocument/2006/relationships/notesMaster" Target="/ppt/notesMasters/notesMaster1.xml" Id="R5ea4349de2e049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120dc18e0543c5" /><Relationship Type="http://schemas.openxmlformats.org/officeDocument/2006/relationships/notesMaster" Target="/ppt/notesMasters/notesMaster1.xml" Id="R4fd8e6837f0443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张聪_简历_游戏开发.pdf（用户提供，2页）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Docs/Project/MirrorTrial_iWiki_Rewrite.md</a:t>
            </a:r>
          </a:p>
          <a:p xmlns:a="http://schemas.openxmlformats.org/drawingml/2006/main">
            <a:r>
              <a:t>- Docs/Project/MirrorTrial_ImplementationPlan.md</a:t>
            </a:r>
          </a:p>
          <a:p xmlns:a="http://schemas.openxmlformats.org/drawingml/2006/main">
            <a:r>
              <a:t>- Docs/Level/生命精华系统_完整实现说明.md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AI-generated original illustration: assets/mirror-loop-concept.png</a:t>
            </a:r>
          </a:p>
          <a:p xmlns:a="http://schemas.openxmlformats.org/drawingml/2006/main">
            <a:r>
              <a:t>- Generated with the built-in image generation tool; prompt recorded in source-notes.txt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用户提供：codex-clipboard-3af23637-e6c0-47fe-ab61-bc9a3b1338bc.png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讲解要点：</a:t>
            </a:r>
          </a:p>
          <a:p xmlns:a="http://schemas.openxmlformats.org/drawingml/2006/main">
            <a:r>
              <a:t>1. 连招图：招式作为节点，点按、长按、松开与状态条件作为连线。</a:t>
            </a:r>
          </a:p>
          <a:p xmlns:a="http://schemas.openxmlformats.org/drawingml/2006/main">
            <a:r>
              <a:t>2. 招式配置：动画、前摇/有效/后摇、攻击框、伤害、击退、蓄力和命中反馈统一配置。</a:t>
            </a:r>
          </a:p>
          <a:p xmlns:a="http://schemas.openxmlformats.org/drawingml/2006/main">
            <a:r>
              <a:t>3. 运行时预览：TestGym 模拟输入、同步编辑数据，并高亮当前节点与连线。</a:t>
            </a:r>
          </a:p>
          <a:p xmlns:a="http://schemas.openxmlformats.org/drawingml/2006/main">
            <a:r>
              <a:t>4. 核心价值：策划可以直接调配置并验证战斗手感，减少反复修改代码。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Docs/Design/镜前准备工具卡机制_PRD.md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讲解重点：用工具卡系统展示我如何把策划描述拆成字段、规则、边界和可复现的验收条件。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Docs/README.md</a:t>
            </a:r>
          </a:p>
          <a:p xmlns:a="http://schemas.openxmlformats.org/drawingml/2006/main">
            <a:r>
              <a:t>- Docs/Project/MirrorTrial_AI_Outline.md</a:t>
            </a:r>
          </a:p>
          <a:p xmlns:a="http://schemas.openxmlformats.org/drawingml/2006/main">
            <a:r>
              <a:t>- Docs/Combat/CODEX_SKILL_EDITOR_HANDOFF.md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讲解重点：索引、大纲、专项文档和交接记录共同构成可读取的项目上下文，使 WorkBuddy 与 Codex 可以来回接手。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C:/Users/zharkzhang/.codex/skills/build-skeleton-consistent-pixel-animation/SKILL.md</a:t>
            </a:r>
          </a:p>
          <a:p xmlns:a="http://schemas.openxmlformats.org/drawingml/2006/main">
            <a:r>
              <a:t>- C:/Users/zharkzhang/.codex/skills/task-animation-generation/SKILL.md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讲解重点：不只生成动画图片，而是用 Skill 固定骨架、根节点、尺度和调色板，再完成验证、切片和 Unity 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fe66772df49b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d80e01518f4f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e3e6b2a282414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17069d96da416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ba0143883442d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cfa1440e87416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ec154aab245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b44658ef154d2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947e5d92ca43c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d310e6f1764bf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efc4e82fa240e5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c244fcf77f4ab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3832d432394794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eee258edd8a4ae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ad4c9d7aa534ff8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389e92880d409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efa5ab84784ef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71fcb3b6775407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a86c3bbae24e4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dd462df52348d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e529e9e23d42c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15732ed32e4b5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ea114424d64a60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b885473e39340c3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6a71115a47d4d6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872fd0dfd7143a6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0328dbb4aea4efa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ca665d6b227447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0b910a290a141ad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9a035625a67409a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f319af339834ab1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08e167d805f2488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0a073320dea4ea3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21B1A54-7005-B022-7545-9F34D3F9A89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336FD553-66A4-6D53-2AFB-1A4203AB341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9DA2517-B129-093D-0951-F8D502DC60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6589EF-5AA5-B8D3-76D3-A7C25BA679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54AD37E-69F6-A1B1-00F1-ED2517CD24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6BD5F4D-3EA8-5975-45CA-4CFED37D9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DF55A78-468D-26D6-513E-AF09E4AD26E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C61F945-5EBD-BE29-CD0D-1572E09408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7AE880A-1CCE-0DFF-9B58-7DD325CD12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D51FA86-039E-82FE-659B-71C12BDEA6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A0CD205-ADF0-523C-53E9-344ADD2467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DD502E-542B-3571-5DB9-F4E69D4D92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30271F-BED6-8FDB-1A4E-AB4EBA59B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3612721-E96A-A98E-1C10-D0A2FF5D9E6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A99C1CE-FB32-CB3A-31C1-84BDE97D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5A5C6C5-791F-0D1F-82B3-BCA772ED4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0E430FAB-022C-2B7F-B42A-5D2D22D684F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7A6F329-CDC1-C119-30DC-AF5B73071F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4E51DE4-B62B-0860-7BE2-B6C5B4163B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6D368DCA-FD30-F6A8-95AF-3189AC06C9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DDF36160-FEDF-233E-536A-49229B731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58F6C99-BB4B-2624-9B2B-5729A178B2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10551C3-65DD-A1DC-0C5F-1CB6DD94BE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6118D548-8034-0DFD-740C-F4B8F08EB55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1C1E8607-5DD2-FFAD-D267-532ED944658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D9C20F5-CE23-D2E6-B8F8-744EB530F1F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0A55084-5B94-3957-743E-F971117445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A29F2481-AC33-117B-5A07-2E8B0C53B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C6B3E00-25B3-42A8-5F47-EB3A8D99E75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DBCFC9-BFD7-E7EC-3A62-BE354BB830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BD65643F-4071-4A84-B432-E19022420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73E83E52-B7FA-1D8B-FAD5-21B3B30DB92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1C1C748-E046-19B3-831C-E1A3B98E00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CC204D93-A8A4-D54B-0165-54A06242E2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859F6F84-2136-055E-2203-FA8C44F8D3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0B295627-D96D-A829-E95F-B928D97BAC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2F65EC6-B9F6-659E-B370-3AF1118B2B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3C7D0E9-5D36-5413-F8A4-FDEADC3F83D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9E1FFA37-D556-25D0-8EB8-146ADA76E17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FA9BB0B-EA46-49D0-0929-7FE7A65000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D5C5166-B636-BE4A-035F-7D6387B1CF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7E22C7A-4863-89C0-9FA8-2D526655F2C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7013D63-6E36-0C2D-57E8-C2A5389717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DC3087DB-0F94-0092-87B0-70B232E248A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86FD6E42-81B4-50C9-93DE-BF601C8727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DEECB10-CCCE-87FA-0FF5-1739CDE539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35A6BE4-F700-F264-3CA5-30A3011F33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5881DC-4A1B-27AF-FEE1-8F88134CF1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CA2A5C-3DD4-8FCA-DAEA-409549229D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C5A4847-6C16-27D1-5A21-06BB7D7A58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B7DAB38-D353-774F-ADFD-0F476A9250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FA1DB02-0E5F-FDF7-00E8-F1D3A94846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D2743F1-BBB9-F06E-EA9E-C63BF8FAC8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C0C16BDA-ACEE-0332-E2F9-5EAFA7F4FD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26D72-B90A-BEF4-1CCC-9B07BCFEFD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7B6F6FE-DCEE-DEB6-172D-55B972F280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D46AFB5-1C20-CCB0-F6B5-8D760DDBD9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24952AD-D21B-BE6F-C40D-3E1E9E681A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32E279-15FA-4100-966B-5B08AEF83A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4530"/>
            <a:ext cx="9144000" cy="23876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45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DE0186D-5BC3-47A8-AA18-A4BDF7CF470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 xmlns:a="http://schemas.openxmlformats.org/drawingml/2006/main">
            <a:r>
              <a:t>单击以编辑母版副标题样式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DC1D035-541F-4798-B1CF-D9905971DD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D23CF4-EC38-470A-B0E9-1E6AD73AEA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6DC20F6-A8C4-4C67-95EB-502BD471A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1" y="1712423"/>
            <a:ext cx="10515600" cy="285120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45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6FB0EF9-D680-4384-B2A3-7B34AF64E3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1" y="4552635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BCED6C3-FA74-483F-ADE7-648096E82A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26AAB-E080-4A43-9FE4-483859B5E43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45127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9332230-9376-43ED-9941-B28F623DF8F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8802"/>
            <a:ext cx="5181600" cy="435133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62AAA1C-16A7-4794-94BD-03D999D8BB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5127" y="1681852"/>
            <a:ext cx="5156200" cy="825699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3763B-86B1-44C3-B253-BE74D7E8B03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45127" y="2507552"/>
            <a:ext cx="5156200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93F74D1-C038-4E39-82AA-0599261580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1" y="1681851"/>
            <a:ext cx="5181601" cy="825698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3FB0634-0A01-4C95-84B0-85403AB1BFE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1" y="2507552"/>
            <a:ext cx="5181601" cy="3680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0" name="Title 9">
            <a:extLst xmlns:a="http://schemas.openxmlformats.org/drawingml/2006/main">
              <a:ext uri="{FF2B5EF4-FFF2-40B4-BE49-F238E27FC236}">
                <a16:creationId xmlns:a16="http://schemas.microsoft.com/office/drawing/2014/main" id="{C465167F-9717-44AE-824A-2DC74BC8A8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D7F0344C-2DCA-40B8-B3F9-DB6A2189F4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6D30904-DB35-4C15-A33A-276482C99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2"/>
            <a:ext cx="3931920" cy="160019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158C783-033C-49F2-A7A8-1D69FFAAEF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100"/>
            </a:lvl2pPr>
            <a:lvl3pPr>
              <a:buNone/>
              <a:defRPr sz="1800"/>
            </a:lvl3pPr>
            <a:lvl4pPr>
              <a:buNone/>
              <a:defRPr sz="1500"/>
            </a:lvl4pPr>
            <a:lvl5pPr>
              <a:buNone/>
              <a:defRPr sz="1500"/>
            </a:lvl5pPr>
            <a:lvl6pPr>
              <a:buNone/>
              <a:defRPr sz="1500"/>
            </a:lvl6pPr>
            <a:lvl7pPr>
              <a:buNone/>
              <a:defRPr sz="1500"/>
            </a:lvl7pPr>
            <a:lvl8pPr>
              <a:buNone/>
              <a:defRPr sz="1500"/>
            </a:lvl8pPr>
            <a:lvl9pPr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DB1D3DF-3ECA-45D6-B614-65560FCCECF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399"/>
            <a:ext cx="3931920" cy="381000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F63B32D-0FE5-4F60-95BA-25F6F3610E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1248" y="457200"/>
            <a:ext cx="3931920" cy="160020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400" b="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88A19D9-AB88-4CAD-9F35-180E9506D66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1600" y="990600"/>
            <a:ext cx="6172200" cy="4876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 xmlns:a="http://schemas.openxmlformats.org/drawingml/2006/main">
            <a:pPr lvl="0">
              <a:buNone/>
            </a:pPr>
            <a:r>
              <a:t>单击图标添加图片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B44EA68-C275-4259-9D97-0FF6858DE78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41248" y="2057400"/>
            <a:ext cx="3931920" cy="38100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</p:spTree>
  </p:cSld>
</p:sldLayout>
</file>

<file path=ppt/slideLayouts/slideLayout21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E47E65F-5E83-480F-879B-7D2E28CC91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67CE655-9B44-45BA-87EF-79BC944D40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</p:sldLayout>
</file>

<file path=ppt/slideLayouts/slideLayout22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5742272D-FF4E-4AA0-832C-A0F395C28A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1" y="360362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5AEA298-CD3A-4303-813E-A7D755A5DD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1" y="360364"/>
            <a:ext cx="7734300" cy="5811837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</p:spTree>
  </p:cSld>
  <p:hf sldNum="0" hdr="0" ftr="0"/>
</p:sldLayout>
</file>

<file path=ppt/slideLayouts/slideLayout23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89B7F9-4A86-4C75-8BF5-27C596C9C8B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2B7946C4-0236-45FB-97D9-1D4E143F45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DE0B743-81D5-4A20-8DC7-2852C2CBE5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8D9F66D-26A2-4E18-B4BA-7A99F19E284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7464B10-8DC3-4B5C-AB65-89F5805746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E9073AB-35A7-464F-8984-34C2891BF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A62084E-C0DC-42A8-B97F-943A7FA2B49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36C6B50-EB3A-4754-A8F2-BF6FA66D9F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6D9DB0C-207D-481B-AE45-5F71A1812F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1435FB8D-B762-4517-9E14-3E0F7A9E051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2E80F3-6B77-4994-A82B-365A41D705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4322031-ECDA-4F4B-90D7-69EEDD61302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98EADD7-FA5C-4028-A6BB-83D8F71647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2CDF3EB-97DD-4975-AB49-D65CACB5D0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B6CACFE-A11E-4F76-A666-48B2FC78E4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584151E-0332-4772-82E8-644C549548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5DC5EF8C-27DD-4BCE-826C-A1C9B47BB6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2047924E-9609-4E5B-84D9-D07C507D60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379D50E9-9437-4458-8738-0D93CA59B8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0B619E-4EFA-4C5C-B8D0-1688AC34D4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A47A7A-0DB2-48E4-8EAB-9333B0B18B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6F0632B-7CF0-4F68-A323-A0398F85FD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1014E0E0-7DA9-4047-BAA3-6DC1CCDC83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193548B-91DD-4B22-8937-13E3F69D286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48FE0C5-B774-43D8-871A-F7F9B1B98DA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6E36E7B5-DEE6-466C-A086-9ED9660C81EE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671DCFD6-5F91-428E-868F-0EB6D74DF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CDCAB9F9-7355-4696-B59D-D6714242A8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43F1B968-6B9A-4B74-AC1E-E7C7813A2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0588F07-0823-419A-99FE-1486A9990E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45B4620-B1AF-42A7-BF3D-9486FB9A8D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223E0B0E-8B41-420D-81CB-03DBCBF6E7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2D03A48-9144-4197-9ADD-1E5ED76D69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4ED4AC3F-416B-4135-ACE8-0FB29D459B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1380B742-EB43-46D8-A2AD-EB32F8ADBB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A5A644A-2463-4C3E-94D6-7E29853893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12882F-AEE7-4FEC-A4B6-ABF7B6FF41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ABF57F5-C842-4F57-9314-166705A8D9A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C1D5AB-6D56-4AAF-B6EB-B3B1934B362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3B20F22-7CF5-4E99-8B75-34CE62726E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6730E1E-6B07-4A7B-A7F7-CFFFA0D789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7AF6CD7-F623-4B85-88E9-C4956122A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2C91E27-EB09-40F7-A5D6-1398E50873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E5AED48E-890B-42A2-A2D7-05691E4929D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A05DEBB4-40BD-4F3B-B814-E4BE34117B2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F0166A02-E2BF-4BF0-BF2A-8A9FBF90D5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C727424-F63F-48AB-B0B9-162382AB398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79BFED2-C5B7-4A6A-895C-653662506F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D4123ED-B444-4E42-9B19-B9B2C710F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E683D60-8229-4350-B458-95FC787B66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AD603E8-C782-4F23-89A9-219D59CEC7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EC9FF0D-6AB5-4646-B907-70C4E5A956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8A5EBA9-6462-4247-B187-A89C7B80C66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Layouts/slideLayout33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3F73D9F3-0F89-4FB4-8C05-88BBE5029E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9012D14-BFE7-4035-B246-4E3A6D6C74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D8F178D-4185-491F-A3FA-546D072E4AB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27527CF-6D93-49B7-B925-486C1D6058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06099B4-17CA-4E0D-AF50-E32ED6EAAF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abbeec93114eba" /><Relationship Type="http://schemas.openxmlformats.org/officeDocument/2006/relationships/slideLayout" Target="/ppt/slideLayouts/slideLayout1.xml" Id="R9bb31ef0095c466f" /><Relationship Type="http://schemas.openxmlformats.org/officeDocument/2006/relationships/slideLayout" Target="/ppt/slideLayouts/slideLayout2.xml" Id="R0942824c134b4e42" /><Relationship Type="http://schemas.openxmlformats.org/officeDocument/2006/relationships/slideLayout" Target="/ppt/slideLayouts/slideLayout3.xml" Id="Rf0510ea4f1474ee7" /><Relationship Type="http://schemas.openxmlformats.org/officeDocument/2006/relationships/slideLayout" Target="/ppt/slideLayouts/slideLayout4.xml" Id="Ra1f5c506e22a4bdd" /><Relationship Type="http://schemas.openxmlformats.org/officeDocument/2006/relationships/slideLayout" Target="/ppt/slideLayouts/slideLayout5.xml" Id="R4619542ef3fd40e4" /><Relationship Type="http://schemas.openxmlformats.org/officeDocument/2006/relationships/slideLayout" Target="/ppt/slideLayouts/slideLayout6.xml" Id="R78979076a4244001" /><Relationship Type="http://schemas.openxmlformats.org/officeDocument/2006/relationships/slideLayout" Target="/ppt/slideLayouts/slideLayout7.xml" Id="Rdd1d378254304bb2" /><Relationship Type="http://schemas.openxmlformats.org/officeDocument/2006/relationships/slideLayout" Target="/ppt/slideLayouts/slideLayout8.xml" Id="R6d7cc7ee518b4d61" /><Relationship Type="http://schemas.openxmlformats.org/officeDocument/2006/relationships/slideLayout" Target="/ppt/slideLayouts/slideLayout9.xml" Id="R8c0754a99fd941dd" /><Relationship Type="http://schemas.openxmlformats.org/officeDocument/2006/relationships/slideLayout" Target="/ppt/slideLayouts/slideLayout10.xml" Id="R5607bc53cb3f4b96" /><Relationship Type="http://schemas.openxmlformats.org/officeDocument/2006/relationships/slideLayout" Target="/ppt/slideLayouts/slideLayout11.xml" Id="Rc222f4ee8a9c476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c2983f5bfb445ea" /><Relationship Type="http://schemas.openxmlformats.org/officeDocument/2006/relationships/slideLayout" Target="/ppt/slideLayouts/slideLayout12.xml" Id="R56021b17ac2a41d8" /><Relationship Type="http://schemas.openxmlformats.org/officeDocument/2006/relationships/slideLayout" Target="/ppt/slideLayouts/slideLayout13.xml" Id="Rc087f59d159d456a" /><Relationship Type="http://schemas.openxmlformats.org/officeDocument/2006/relationships/slideLayout" Target="/ppt/slideLayouts/slideLayout14.xml" Id="R565937f607234dbf" /><Relationship Type="http://schemas.openxmlformats.org/officeDocument/2006/relationships/slideLayout" Target="/ppt/slideLayouts/slideLayout15.xml" Id="R1571981a4c2f4fd0" /><Relationship Type="http://schemas.openxmlformats.org/officeDocument/2006/relationships/slideLayout" Target="/ppt/slideLayouts/slideLayout16.xml" Id="Rb148cc7023944b7d" /><Relationship Type="http://schemas.openxmlformats.org/officeDocument/2006/relationships/slideLayout" Target="/ppt/slideLayouts/slideLayout17.xml" Id="R6f9b222f2c224256" /><Relationship Type="http://schemas.openxmlformats.org/officeDocument/2006/relationships/slideLayout" Target="/ppt/slideLayouts/slideLayout18.xml" Id="R5a0bb2d0322f4447" /><Relationship Type="http://schemas.openxmlformats.org/officeDocument/2006/relationships/slideLayout" Target="/ppt/slideLayouts/slideLayout19.xml" Id="Rdc9abcb2d29b4184" /><Relationship Type="http://schemas.openxmlformats.org/officeDocument/2006/relationships/slideLayout" Target="/ppt/slideLayouts/slideLayout20.xml" Id="R19e924e8ae234a32" /><Relationship Type="http://schemas.openxmlformats.org/officeDocument/2006/relationships/slideLayout" Target="/ppt/slideLayouts/slideLayout21.xml" Id="R222f3c8362f64abc" /><Relationship Type="http://schemas.openxmlformats.org/officeDocument/2006/relationships/slideLayout" Target="/ppt/slideLayouts/slideLayout22.xml" Id="R34310240c5b7426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b52dab70afa04e4f" /><Relationship Type="http://schemas.openxmlformats.org/officeDocument/2006/relationships/slideLayout" Target="/ppt/slideLayouts/slideLayout23.xml" Id="Rf1b6702c8ce04154" /><Relationship Type="http://schemas.openxmlformats.org/officeDocument/2006/relationships/slideLayout" Target="/ppt/slideLayouts/slideLayout24.xml" Id="Rd5fa1040d45c4d71" /><Relationship Type="http://schemas.openxmlformats.org/officeDocument/2006/relationships/slideLayout" Target="/ppt/slideLayouts/slideLayout25.xml" Id="R9a2beac92ca84f97" /><Relationship Type="http://schemas.openxmlformats.org/officeDocument/2006/relationships/slideLayout" Target="/ppt/slideLayouts/slideLayout26.xml" Id="R6f7c448b22994243" /><Relationship Type="http://schemas.openxmlformats.org/officeDocument/2006/relationships/slideLayout" Target="/ppt/slideLayouts/slideLayout27.xml" Id="Rf477687d65564e0a" /><Relationship Type="http://schemas.openxmlformats.org/officeDocument/2006/relationships/slideLayout" Target="/ppt/slideLayouts/slideLayout28.xml" Id="R857ae857156a4bcc" /><Relationship Type="http://schemas.openxmlformats.org/officeDocument/2006/relationships/slideLayout" Target="/ppt/slideLayouts/slideLayout29.xml" Id="R6eefb742029748c6" /><Relationship Type="http://schemas.openxmlformats.org/officeDocument/2006/relationships/slideLayout" Target="/ppt/slideLayouts/slideLayout30.xml" Id="R7023ea4badb240f0" /><Relationship Type="http://schemas.openxmlformats.org/officeDocument/2006/relationships/slideLayout" Target="/ppt/slideLayouts/slideLayout31.xml" Id="Redf80dd734a54a49" /><Relationship Type="http://schemas.openxmlformats.org/officeDocument/2006/relationships/slideLayout" Target="/ppt/slideLayouts/slideLayout32.xml" Id="R3399c2f65be24848" /><Relationship Type="http://schemas.openxmlformats.org/officeDocument/2006/relationships/slideLayout" Target="/ppt/slideLayouts/slideLayout33.xml" Id="Rdb5c78cf529a4b0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FF44994-DC88-F37C-27A2-015989831EA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7FD5965-F88D-4EE5-688A-A9096BD4B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10F9011-A7FF-86D7-A96B-3A7BC135A48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BC382303-8834-40FC-B0BF-EB4647EB8FA0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A1F5103-27D3-F74D-32C6-C5C4436167F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C9A31C7-7E6C-F67A-6643-DACD1C4BB67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818F395E-7439-46F3-886F-57B3C48F68D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b31ef0095c466f"/>
    <p:sldLayoutId xmlns:r="http://schemas.openxmlformats.org/officeDocument/2006/relationships" id="2147483650" r:id="R0942824c134b4e42"/>
    <p:sldLayoutId xmlns:r="http://schemas.openxmlformats.org/officeDocument/2006/relationships" id="2147483651" r:id="Rf0510ea4f1474ee7"/>
    <p:sldLayoutId xmlns:r="http://schemas.openxmlformats.org/officeDocument/2006/relationships" id="2147483652" r:id="Ra1f5c506e22a4bdd"/>
    <p:sldLayoutId xmlns:r="http://schemas.openxmlformats.org/officeDocument/2006/relationships" id="2147483653" r:id="R4619542ef3fd40e4"/>
    <p:sldLayoutId xmlns:r="http://schemas.openxmlformats.org/officeDocument/2006/relationships" id="2147483654" r:id="R78979076a4244001"/>
    <p:sldLayoutId xmlns:r="http://schemas.openxmlformats.org/officeDocument/2006/relationships" id="2147483655" r:id="Rdd1d378254304bb2"/>
    <p:sldLayoutId xmlns:r="http://schemas.openxmlformats.org/officeDocument/2006/relationships" id="2147483656" r:id="R6d7cc7ee518b4d61"/>
    <p:sldLayoutId xmlns:r="http://schemas.openxmlformats.org/officeDocument/2006/relationships" id="2147483657" r:id="R8c0754a99fd941dd"/>
    <p:sldLayoutId xmlns:r="http://schemas.openxmlformats.org/officeDocument/2006/relationships" id="2147483658" r:id="R5607bc53cb3f4b96"/>
    <p:sldLayoutId xmlns:r="http://schemas.openxmlformats.org/officeDocument/2006/relationships" id="2147483659" r:id="Rc222f4ee8a9c4769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FE8E019-C9B4-4549-81B6-8D284736A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44551" y="365126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2C30CC-7D80-43A8-A3B5-D74666F8810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44551" y="1828800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029B8C2-3188-4D07-99B9-6A9D80B9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4" name="矩形 17">
            <a:extLst xmlns:a="http://schemas.openxmlformats.org/drawingml/2006/main">
              <a:ext uri="{FF2B5EF4-FFF2-40B4-BE49-F238E27FC236}">
                <a16:creationId xmlns:a16="http://schemas.microsoft.com/office/drawing/2014/main" id="{55DB6FBA-7C70-4CD2-86C3-056B02D0C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15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ED2B6AF7-4D9E-4EA9-AA4E-64B44A78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56021b17ac2a41d8"/>
    <p:sldLayoutId xmlns:r="http://schemas.openxmlformats.org/officeDocument/2006/relationships" id="2147483662" r:id="Rc087f59d159d456a"/>
    <p:sldLayoutId xmlns:r="http://schemas.openxmlformats.org/officeDocument/2006/relationships" id="2147483663" r:id="R565937f607234dbf"/>
    <p:sldLayoutId xmlns:r="http://schemas.openxmlformats.org/officeDocument/2006/relationships" id="2147483664" r:id="R1571981a4c2f4fd0"/>
    <p:sldLayoutId xmlns:r="http://schemas.openxmlformats.org/officeDocument/2006/relationships" id="2147483665" r:id="Rb148cc7023944b7d"/>
    <p:sldLayoutId xmlns:r="http://schemas.openxmlformats.org/officeDocument/2006/relationships" id="2147483666" r:id="R6f9b222f2c224256"/>
    <p:sldLayoutId xmlns:r="http://schemas.openxmlformats.org/officeDocument/2006/relationships" id="2147483667" r:id="R5a0bb2d0322f4447"/>
    <p:sldLayoutId xmlns:r="http://schemas.openxmlformats.org/officeDocument/2006/relationships" id="2147483668" r:id="Rdc9abcb2d29b4184"/>
    <p:sldLayoutId xmlns:r="http://schemas.openxmlformats.org/officeDocument/2006/relationships" id="2147483669" r:id="R19e924e8ae234a32"/>
    <p:sldLayoutId xmlns:r="http://schemas.openxmlformats.org/officeDocument/2006/relationships" id="2147483670" r:id="R222f3c8362f64abc"/>
    <p:sldLayoutId xmlns:r="http://schemas.openxmlformats.org/officeDocument/2006/relationships" id="2147483671" r:id="R34310240c5b7426c"/>
  </p:sldLayoutIdLst>
  <p:hf sldNum="0" hdr="0" ftr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  <a:lvl2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4572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9144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3716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1828800" algn="l" defTabSz="685800">
        <a:lnSpc>
          <a:spcPct val="90000"/>
        </a:lnSpc>
        <a:spcBef>
          <a:spcPct val="0"/>
        </a:spcBef>
        <a:spcAft>
          <a:spcPct val="0"/>
        </a:spcAft>
        <a:buNone/>
        <a:defRPr sz="3300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spcAft>
          <a:spcPct val="0"/>
        </a:spcAft>
        <a:buFont typeface="Wingdings 2"/>
        <a:buChar char="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spcAft>
          <a:spcPct val="0"/>
        </a:spcAft>
        <a:buFont typeface="Wingdings 2"/>
        <a:buChar char=""/>
        <a:defRPr sz="13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spcBef>
          <a:spcPct val="20000"/>
        </a:spcBef>
        <a:buFont typeface="Wingdings 2"/>
        <a:buChar char="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7DA298F-9DC2-4212-A429-7B85B23048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BD8B928-7DD3-4817-ACB5-5B7CB5926E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8685A06-1BA5-4A68-A2AC-6556216384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880D8B0-E5CE-400F-8448-A6AD0C98878F}" type="datetimeFigureOut">
              <a:t>2026/8/14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29B277-D4C2-492E-804A-C9B6ECD428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97DF7B2-1EB1-45E8-BA4A-BDB55AEDE23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9B56325-FE0E-4BBC-B1D2-F9BD0AD09AA1}" type="slidenum">
              <a:t>‹#›</a:t>
            </a:fld>
            <a:endParaRPr/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C269C79-5E32-4F7B-AE1F-A1F7C075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1"/>
            <a:ext cx="121920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9FD3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8" name="矩形 17">
            <a:extLst xmlns:a="http://schemas.openxmlformats.org/drawingml/2006/main">
              <a:ext uri="{FF2B5EF4-FFF2-40B4-BE49-F238E27FC236}">
                <a16:creationId xmlns:a16="http://schemas.microsoft.com/office/drawing/2014/main" id="{CC7F1AD6-97B1-41AE-9E3E-0270A8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000" y="6553201"/>
            <a:ext cx="2921000" cy="315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7370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  <p:sp>
        <p:nvSpPr>
          <p:cNvPr id="9" name="直角三角形 15">
            <a:extLst xmlns:a="http://schemas.openxmlformats.org/drawingml/2006/main">
              <a:ext uri="{FF2B5EF4-FFF2-40B4-BE49-F238E27FC236}">
                <a16:creationId xmlns:a16="http://schemas.microsoft.com/office/drawing/2014/main" id="{17E5A493-B8FF-49C5-BC13-7F854953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117218">
            <a:off x="9014885" y="6351589"/>
            <a:ext cx="622300" cy="4079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0C86B6"/>
          </a:solidFill>
          <a:ln xmlns:a="http://schemas.openxmlformats.org/drawingml/2006/main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Font typeface="Arial"/>
              <a:buNone/>
            </a:pPr>
            <a:endParaRPr sz="180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3" r:id="Rf1b6702c8ce04154"/>
    <p:sldLayoutId xmlns:r="http://schemas.openxmlformats.org/officeDocument/2006/relationships" id="2147483674" r:id="Rd5fa1040d45c4d71"/>
    <p:sldLayoutId xmlns:r="http://schemas.openxmlformats.org/officeDocument/2006/relationships" id="2147483675" r:id="R9a2beac92ca84f97"/>
    <p:sldLayoutId xmlns:r="http://schemas.openxmlformats.org/officeDocument/2006/relationships" id="2147483676" r:id="R6f7c448b22994243"/>
    <p:sldLayoutId xmlns:r="http://schemas.openxmlformats.org/officeDocument/2006/relationships" id="2147483677" r:id="Rf477687d65564e0a"/>
    <p:sldLayoutId xmlns:r="http://schemas.openxmlformats.org/officeDocument/2006/relationships" id="2147483678" r:id="R857ae857156a4bcc"/>
    <p:sldLayoutId xmlns:r="http://schemas.openxmlformats.org/officeDocument/2006/relationships" id="2147483679" r:id="R6eefb742029748c6"/>
    <p:sldLayoutId xmlns:r="http://schemas.openxmlformats.org/officeDocument/2006/relationships" id="2147483680" r:id="R7023ea4badb240f0"/>
    <p:sldLayoutId xmlns:r="http://schemas.openxmlformats.org/officeDocument/2006/relationships" id="2147483681" r:id="Redf80dd734a54a49"/>
    <p:sldLayoutId xmlns:r="http://schemas.openxmlformats.org/officeDocument/2006/relationships" id="2147483682" r:id="R3399c2f65be24848"/>
    <p:sldLayoutId xmlns:r="http://schemas.openxmlformats.org/officeDocument/2006/relationships" id="2147483683" r:id="Rdb5c78cf529a4b0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f67e3604b4395" /><Relationship Type="http://schemas.openxmlformats.org/officeDocument/2006/relationships/image" Target="/ppt/media/image.jpeg" Id="R9619cde61d3d4976" /><Relationship Type="http://schemas.openxmlformats.org/officeDocument/2006/relationships/notesSlide" Target="/ppt/notesSlides/notesSlide1.xml" Id="Re24f8a158c604f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3991c8213045ee" /><Relationship Type="http://schemas.openxmlformats.org/officeDocument/2006/relationships/image" Target="/ppt/media/image2.jpeg" Id="R451903884cc943c6" /><Relationship Type="http://schemas.openxmlformats.org/officeDocument/2006/relationships/notesSlide" Target="/ppt/notesSlides/notesSlide2.xml" Id="Rb1a07455bfd841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15f05ccb32e48b2" /><Relationship Type="http://schemas.openxmlformats.org/officeDocument/2006/relationships/image" Target="/ppt/media/image2.jpeg" Id="R8ea5e43c99494c3e" /><Relationship Type="http://schemas.openxmlformats.org/officeDocument/2006/relationships/notesSlide" Target="/ppt/notesSlides/notesSlide3.xml" Id="R1ebc6ca7139c46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b682af6d99c4715" /><Relationship Type="http://schemas.openxmlformats.org/officeDocument/2006/relationships/image" Target="/ppt/media/image2.jpeg" Id="R0d94be5486434618" /><Relationship Type="http://schemas.openxmlformats.org/officeDocument/2006/relationships/notesSlide" Target="/ppt/notesSlides/notesSlide4.xml" Id="Rf25df02c338341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d8e078c56704d8e" /><Relationship Type="http://schemas.openxmlformats.org/officeDocument/2006/relationships/image" Target="/ppt/media/image.png" Id="Rbdc1c97e9e3c4387" /><Relationship Type="http://schemas.openxmlformats.org/officeDocument/2006/relationships/notesSlide" Target="/ppt/notesSlides/notesSlide5.xml" Id="Ra82194d2bae649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9701c75f9ad46e4" /><Relationship Type="http://schemas.openxmlformats.org/officeDocument/2006/relationships/image" Target="/ppt/media/image2.jpeg" Id="R4c85822ce6a54d0b" /><Relationship Type="http://schemas.openxmlformats.org/officeDocument/2006/relationships/notesSlide" Target="/ppt/notesSlides/notesSlide6.xml" Id="R1f8801acf70940b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1535fcfcdd74540" /><Relationship Type="http://schemas.openxmlformats.org/officeDocument/2006/relationships/image" Target="/ppt/media/image2.jpeg" Id="Rbb7566d5a28f4f45" /><Relationship Type="http://schemas.openxmlformats.org/officeDocument/2006/relationships/notesSlide" Target="/ppt/notesSlides/notesSlide7.xml" Id="R58ec7f81ec8946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d8b6e501a9a40ea" /><Relationship Type="http://schemas.openxmlformats.org/officeDocument/2006/relationships/image" Target="/ppt/media/image2.jpeg" Id="Rcc9c197ed128454f" /><Relationship Type="http://schemas.openxmlformats.org/officeDocument/2006/relationships/notesSlide" Target="/ppt/notesSlides/notesSlide8.xml" Id="Ra80496dca5bc42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5acfe9c2494f1e" /><Relationship Type="http://schemas.openxmlformats.org/officeDocument/2006/relationships/image" Target="/ppt/media/image2.jpeg" Id="R131244a3fdc24fed" /><Relationship Type="http://schemas.openxmlformats.org/officeDocument/2006/relationships/image" Target="/ppt/media/image2.png" Id="R7a8d0393c08b4911" /><Relationship Type="http://schemas.openxmlformats.org/officeDocument/2006/relationships/notesSlide" Target="/ppt/notesSlides/notesSlide9.xml" Id="Rdb9199859a014e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12214F3-11CF-49CE-B571-8F3EDE1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096" y="5676425"/>
            <a:ext cx="780088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5400" b="1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腾讯游戏魔方工作室群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E8BB8BF3-0A5B-4933-8BCD-24F61058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333" y="5900156"/>
            <a:ext cx="3709051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3600" spc="100">
                <a:solidFill>
                  <a:schemeClr val="bg1"/>
                </a:solidFill>
                <a:latin typeface="腾讯体"/>
                <a:ea typeface="腾讯体"/>
                <a:cs typeface="腾讯体"/>
              </a:rPr>
              <a:t>——校招宣讲会</a:t>
            </a:r>
          </a:p>
        </p:txBody>
      </p:sp>
      <p:pic>
        <p:nvPicPr>
          <p:cNvPr id="10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9cde61d3d49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副标题 2">
            <a:extLst xmlns:a="http://schemas.openxmlformats.org/drawingml/2006/main">
              <a:ext uri="{FF2B5EF4-FFF2-40B4-BE49-F238E27FC236}">
                <a16:creationId xmlns:a16="http://schemas.microsoft.com/office/drawing/2014/main" id="{ED93F1E4-FCBB-F67A-81E2-C9A6C806F2E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2195" y="2662030"/>
            <a:ext cx="9072465" cy="2495664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答辩人：张聪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岗位：技术策划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实习小组：火影忍者项目组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导师：phynoluo（罗斯颖）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直接leader：loynliu（刘荃）</a:t>
            </a:r>
          </a:p>
          <a:p xmlns:a="http://schemas.openxmlformats.org/drawingml/2006/main">
            <a:pPr algn="l">
              <a:buNone/>
            </a:pPr>
            <a:r>
              <a:rPr sz="2000">
                <a:solidFill>
                  <a:srgbClr val="4182D5"/>
                </a:solidFill>
                <a:latin typeface="腾讯体 W7"/>
                <a:ea typeface="腾讯体 W7"/>
                <a:cs typeface="腾讯体 W7"/>
              </a:rPr>
              <a:t>入职时间：2026-06-09</a:t>
            </a:r>
          </a:p>
        </p:txBody>
      </p:sp>
    </p:spTree>
    <p:extLst>
      <p:ext uri="{BB962C8B-B14F-4D97-AF65-F5344CB8AC3E}">
        <p14:creationId xmlns:p14="http://schemas.microsoft.com/office/powerpoint/2010/main" val="12432435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903884cc943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B09104B0-6DD8-D013-DB87-8D63F7B3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65" y="920777"/>
            <a:ext cx="11075259" cy="35394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目录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自我介绍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命题研究展示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  <a:p xmlns:a="http://schemas.openxmlformats.org/drawingml/2006/main">
            <a:pPr marL="514350" marR="0" lvl="0" indent="-5143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项目组实习成果展示</a:t>
            </a:r>
            <a:endParaRPr sz="28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19531922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a5e43c99494c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E8BBE150-E8D5-4686-B125-3A80E0AE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3429000"/>
            <a:ext cx="9699171" cy="25853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莉莉丝｜Unity 技术策划（关卡）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推动关卡 / NPC 编辑器与动物玩法工具链落地
• 建设资源检索、配置 ID 与对话内容生产流程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腾讯 天美J1｜Unity 客户端 → UE 技术策划（战斗）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
• 负责 3C 镜头、物理交互与 UI 开发
• 搭建英雄 Ability Pipeline，推进技能配置自动化</a:t>
            </a:r>
            <a:endParaRPr sz="1800" b="0" i="0" kern="1200" cap="none" spc="0" baseline="0">
              <a:ln>
                <a:noFill/>
              </a:ln>
              <a:solidFill>
                <a:schemeClr val="bg1"/>
              </a:solidFill>
              <a:latin typeface="腾讯体 W3"/>
              <a:ea typeface="腾讯体 W3"/>
              <a:cs typeface="腾讯体 W3"/>
            </a:endParaR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7C17B49-75B9-4822-BD3B-2B4ADD7F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839755"/>
            <a:ext cx="792169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学历背景：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9C95150-BCA0-865E-A29B-7B384392D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090" y="1533570"/>
            <a:ext cx="613864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清华大学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｜互动媒体设计与技术硕士
</a:t>
            </a:r>
            <a:r>
              <a:rPr sz="1800" b="1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华中科技大学</a:t>
            </a:r>
            <a:r>
              <a:rPr sz="1800" b="0" i="0" cap="none" spc="0">
                <a:ln>
                  <a:noFill/>
                </a:ln>
                <a:solidFill>
                  <a:schemeClr val="bg1"/>
                </a:solidFill>
                <a:latin typeface="腾讯体 W3"/>
                <a:ea typeface="腾讯体 W3"/>
                <a:cs typeface="腾讯体 W3"/>
              </a:rPr>
              <a:t>｜自动化学士</a:t>
            </a:r>
            <a:endParaRPr/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EBA3063-13DA-7F7A-C1DC-8187BFFF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036" y="2651541"/>
            <a:ext cx="609669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8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实习背景：</a:t>
            </a:r>
          </a:p>
        </p:txBody>
      </p:sp>
    </p:spTree>
    <p:extLst>
      <p:ext uri="{BB962C8B-B14F-4D97-AF65-F5344CB8AC3E}">
        <p14:creationId xmlns:p14="http://schemas.microsoft.com/office/powerpoint/2010/main" val="211449401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94be54864346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633" y="266100"/>
            <a:ext cx="10399086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3200" b="1" i="0" u="none" cap="none" spc="0">
                <a:ln>
                  <a:noFill/>
                </a:ln>
                <a:solidFill>
                  <a:schemeClr val="bg1"/>
                </a:solidFill>
                <a:latin typeface="腾讯体 W7"/>
                <a:ea typeface="腾讯体 W7"/>
                <a:cs typeface="腾讯体 W7"/>
              </a:rPr>
              <a:t>破映</a:t>
            </a:r>
            <a:endParaRPr sz="3200" b="1" i="0" u="none" cap="none" spc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56FAFA2-EF6D-3C49-A154-23F33354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827" y="1352550"/>
            <a:ext cx="5219700" cy="611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【游戏类型】2D 横版动作冒险</a:t>
            </a:r>
            <a:endParaRPr sz="2000" b="1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类银河城成长 × 轻度 Roguelite × 高机动战斗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0" marR="0" lvl="1" indent="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Tx/>
              <a:buNone/>
            </a:pPr>
            <a: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1875">
                <a:solidFill>
                  <a:srgbClr val="FFFFFF"/>
                </a:solidFill>
              </a:defRPr>
            </a:pPr>
            <a:r>
              <a:rPr sz="1875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【核心玩法】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现实推进 → 镜像挑战 → 击败自我 → 夺回能力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【成长路径】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1875">
                <a:solidFill>
                  <a:srgbClr val="FFFFFF"/>
                </a:solidFill>
              </a:defRPr>
            </a:pPr>
            <a:r>
              <a:rPr sz="1875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Boss 解锁核心能力 → 关末强化 → 组合能力挑战终局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82680843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c1c97e9e3c4387"/>
          <a:srcRect xmlns:a="http://schemas.openxmlformats.org/drawingml/2006/main" l="0" t="764" r="0" b="7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2565" y="1304487"/>
            <a:ext cx="7203348" cy="4051883"/>
          </a:xfrm>
          <a:prstGeom xmlns:a="http://schemas.openxmlformats.org/drawingml/2006/main" prst="rect">
            <a:avLst/>
          </a:prstGeom>
        </p:spPr>
      </p:pic>
      <p:sp>
        <p:nvSpPr>
          <p:cNvPr id="5" name="combat-editor-title">
            <a:extLst xmlns:a="http://schemas.openxmlformats.org/drawingml/2006/main">
              <a:ext uri="{FF2B5EF4-FFF2-40B4-BE49-F238E27FC236}">
                <a16:creationId xmlns:a16="http://schemas.microsoft.com/office/drawing/2014/main" id="{08840BBA-2B42-405B-9254-C43A7306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26670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战斗编辑器：连招、参数、预览一体化</a:t>
            </a:r>
          </a:p>
        </p:txBody>
      </p:sp>
      <p:sp>
        <p:nvSpPr>
          <p:cNvPr id="6" name="combat-editor-capabilities">
            <a:extLst xmlns:a="http://schemas.openxmlformats.org/drawingml/2006/main">
              <a:ext uri="{FF2B5EF4-FFF2-40B4-BE49-F238E27FC236}">
                <a16:creationId xmlns:a16="http://schemas.microsoft.com/office/drawing/2014/main" id="{BAE3CDE8-5573-4787-BFD6-6E8F424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61531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节点编排连招｜逐帧配置判定与反馈｜TestGym</a:t>
            </a:r>
            <a:r>
              <a:rPr sz="1575">
                <a:solidFill>
                  <a:srgbClr val="FFFFFF"/>
                </a:solidFill>
              </a:rPr>
              <a:t> </a:t>
            </a:r>
            <a:r>
              <a:rPr sz="1575">
                <a:solidFill>
                  <a:srgbClr val="FFFFFF"/>
                </a:solidFill>
              </a:rPr>
              <a:t>运行时预览</a:t>
            </a:r>
            <a:endParaRPr sz="1575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5822ce6a54d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3790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以工具卡系统为例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  <a:defRPr sz="2000">
                <a:solidFill>
                  <a:srgbClr val="FFFFFF"/>
                </a:solidFill>
              </a:defRPr>
            </a:pPr>
            <a:r>
              <a:rPr sz="20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把“想做什么”写成“如何执行、如何验收”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1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配置字段：卡牌类型、数值、触发时机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规则边界：互斥、叠加、异常处理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验收标准：输入什么、应该看到什么</a:t>
            </a: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3.1 写给 AI 看的 PRD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7566d5a28f4f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3790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"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上下文不留在聊天里，而是沉淀进仓库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索引：先读哪些文档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专项文档：系统现在怎么工作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交接记录：做到哪里、下一步是什么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</a:pPr>
            <a:r>
              <a:rPr sz="2000" b="0" i="0" u="none" cap="none" spc="0">
                <a:ln>
                  <a:noFill/>
                </a:ln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WorkBuddy 与 Codex 读取同一套上下文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3.2 让 AI 随时接上项目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9c197ed12845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5AFBA93-23B3-42D8-A3D0-988C2143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1581150"/>
            <a:ext cx="4762500" cy="3790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把稳定生产流程封装成 Skill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l"/>
            </a:pPr>
            <a:r>
              <a:rPr sz="20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/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Wingdings"/>
              <a:buChar char="Ø"/>
              <a:defRPr sz="2000">
                <a:solidFill>
                  <a:srgbClr val="FFFFFF"/>
                </a:solidFill>
              </a:defRPr>
            </a:pPr>
            <a:r>
              <a:rPr sz="20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固定骨架、根节点、比例与调色板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生成 → 对齐 → 验证 → 切片</a:t>
            </a:r>
            <a:endParaRPr sz="2000" b="0" i="0" u="none" kern="1200" cap="none" spc="0" baseline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342900" marR="0" lvl="1" indent="-342900" algn="l" defTabSz="914400">
              <a:lnSpc>
                <a:spcPts val="2400"/>
              </a:lnSpc>
              <a:spcBef>
                <a:spcPts val="3000"/>
              </a:spcBef>
              <a:spcAft>
                <a:spcPts val="0"/>
              </a:spcAft>
              <a:buClrTx/>
              <a:buSzPct val="160000"/>
              <a:buFont typeface="Arial"/>
              <a:buChar char="•"/>
              <a:defRPr sz="2000">
                <a:solidFill>
                  <a:srgbClr val="FFFFFF"/>
                </a:solidFill>
              </a:defRPr>
            </a:pPr>
            <a:r>
              <a:rPr sz="2000" b="0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重建 AnimationClip 并接入 Unity</a:t>
            </a:r>
            <a:endParaRPr sz="2000" b="0" i="0" u="none" cap="none" spc="0">
              <a:ln>
                <a:noFill/>
              </a:ln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6982EC5-667F-484A-8B1D-5A16C094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565" y="335566"/>
            <a:ext cx="10715625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200" b="1">
                <a:solidFill>
                  <a:srgbClr val="FFFFFF"/>
                </a:solidFill>
              </a:defRPr>
            </a:pPr>
            <a:r>
              <a:rPr sz="3200" b="1" i="0" u="none" cap="none" spc="0">
                <a:ln>
                  <a:noFill/>
                </a:ln>
                <a:solidFill>
                  <a:srgbClr val="FFFFFF"/>
                </a:solidFill>
                <a:latin typeface="腾讯体 W7"/>
                <a:ea typeface="腾讯体 W7"/>
                <a:cs typeface="腾讯体 W7"/>
              </a:rPr>
              <a:t>3.3 把 AI 动画真正接进 Unity</a:t>
            </a:r>
            <a:endParaRPr sz="3200" b="1" i="0" u="none" kern="1200" cap="none" spc="0" baseline="0">
              <a:ln>
                <a:noFill/>
              </a:ln>
              <a:solidFill>
                <a:schemeClr val="bg1"/>
              </a:solidFill>
              <a:latin typeface="腾讯体 W7"/>
              <a:ea typeface="腾讯体 W7"/>
              <a:cs typeface="腾讯体 W7"/>
            </a:endParaRPr>
          </a:p>
        </p:txBody>
      </p:sp>
    </p:spTree>
    <p:extLst>
      <p:ext uri="{BB962C8B-B14F-4D97-AF65-F5344CB8AC3E}">
        <p14:creationId xmlns:p14="http://schemas.microsoft.com/office/powerpoint/2010/main" val="84610727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244a3fdc24f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40834C-587D-46A7-A384-CCA113FC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152400"/>
            <a:ext cx="12192000" cy="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8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d0393c08b49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71205" y="4888865"/>
            <a:ext cx="2782570" cy="1296670"/>
          </a:xfrm>
          <a:prstGeom xmlns:a="http://schemas.openxmlformats.org/drawingml/2006/main" prst="rect">
            <a:avLst/>
          </a:prstGeom>
        </p:spPr>
      </p:pic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28B0BFE-C734-48CD-9CE2-A75F60D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3288030"/>
            <a:ext cx="2921170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4400" b="1">
                <a:solidFill>
                  <a:schemeClr val="accent1">
                    <a:lumMod val="60000"/>
                    <a:lumOff val="40000"/>
                  </a:schemeClr>
                </a:solidFill>
                <a:latin typeface="腾讯体"/>
                <a:ea typeface="腾讯体"/>
                <a:cs typeface="腾讯体"/>
              </a:rPr>
              <a:t>THANKS</a:t>
            </a:r>
            <a:endParaRPr sz="440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0535058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2026-08-14T06:30:41.5550000Z</dcterms:created>
  <dcterms:modified xsi:type="dcterms:W3CDTF">2026-08-14T06:30:41.5560000Z</dcterms:modified>
</coreProperties>
</file>